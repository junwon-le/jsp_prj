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0763" autoAdjust="0"/>
    <p:restoredTop sz="94660"/>
  </p:normalViewPr>
  <p:slideViewPr>
    <p:cSldViewPr>
      <p:cViewPr>
        <p:scale>
          <a:sx n="150" d="100"/>
          <a:sy n="150" d="100"/>
        </p:scale>
        <p:origin x="-756" y="16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75CC-635D-44AB-BA76-FD62CE616737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4D93-FE50-499B-A9B7-1FF7D49ED06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75CC-635D-44AB-BA76-FD62CE616737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4D93-FE50-499B-A9B7-1FF7D49ED06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75CC-635D-44AB-BA76-FD62CE616737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4D93-FE50-499B-A9B7-1FF7D49ED06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75CC-635D-44AB-BA76-FD62CE616737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4D93-FE50-499B-A9B7-1FF7D49ED06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75CC-635D-44AB-BA76-FD62CE616737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4D93-FE50-499B-A9B7-1FF7D49ED06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75CC-635D-44AB-BA76-FD62CE616737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4D93-FE50-499B-A9B7-1FF7D49ED06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75CC-635D-44AB-BA76-FD62CE616737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4D93-FE50-499B-A9B7-1FF7D49ED06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75CC-635D-44AB-BA76-FD62CE616737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4D93-FE50-499B-A9B7-1FF7D49ED06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75CC-635D-44AB-BA76-FD62CE616737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4D93-FE50-499B-A9B7-1FF7D49ED06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75CC-635D-44AB-BA76-FD62CE616737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4D93-FE50-499B-A9B7-1FF7D49ED06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75CC-635D-44AB-BA76-FD62CE616737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4D93-FE50-499B-A9B7-1FF7D49ED06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475CC-635D-44AB-BA76-FD62CE616737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A4D93-FE50-499B-A9B7-1FF7D49ED06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573586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en-US" altLang="ko-KR" dirty="0" err="1" smtClean="0"/>
              <a:t>CardLayout</a:t>
            </a:r>
            <a:endParaRPr lang="en-US" altLang="ko-KR" dirty="0" smtClean="0"/>
          </a:p>
          <a:p>
            <a:pPr>
              <a:buFontTx/>
              <a:buChar char="-"/>
            </a:pPr>
            <a:r>
              <a:rPr lang="ko-KR" altLang="en-US" sz="1600" dirty="0" smtClean="0"/>
              <a:t>한정적인 공간을 효율적으로 </a:t>
            </a:r>
            <a:r>
              <a:rPr lang="ko-KR" altLang="en-US" sz="1600" dirty="0" err="1" smtClean="0"/>
              <a:t>사용하기위해서</a:t>
            </a:r>
            <a:r>
              <a:rPr lang="en-US" altLang="ko-KR" sz="1600" dirty="0" smtClean="0"/>
              <a:t>. ( </a:t>
            </a:r>
            <a:r>
              <a:rPr lang="ko-KR" altLang="en-US" sz="1600" dirty="0" smtClean="0"/>
              <a:t>탭과 </a:t>
            </a:r>
            <a:r>
              <a:rPr lang="ko-KR" altLang="en-US" sz="1600" dirty="0" err="1" smtClean="0"/>
              <a:t>비슷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)</a:t>
            </a:r>
          </a:p>
          <a:p>
            <a:pPr>
              <a:buFontTx/>
              <a:buChar char="-"/>
            </a:pPr>
            <a:r>
              <a:rPr lang="en-US" altLang="ko-KR" sz="1600" dirty="0" smtClean="0"/>
              <a:t>Panel</a:t>
            </a:r>
            <a:r>
              <a:rPr lang="ko-KR" altLang="en-US" sz="1600" dirty="0" smtClean="0"/>
              <a:t>에서만 동작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sp>
        <p:nvSpPr>
          <p:cNvPr id="5" name="직사각형 4"/>
          <p:cNvSpPr/>
          <p:nvPr/>
        </p:nvSpPr>
        <p:spPr>
          <a:xfrm>
            <a:off x="1643042" y="1714488"/>
            <a:ext cx="3071834" cy="20002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643042" y="1714488"/>
            <a:ext cx="3071834" cy="2762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429124" y="1714488"/>
            <a:ext cx="285752" cy="2762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 rot="5400000">
            <a:off x="4500562" y="1785926"/>
            <a:ext cx="142876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rot="10800000" flipH="1" flipV="1">
            <a:off x="4487862" y="1785926"/>
            <a:ext cx="142876" cy="1381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1857356" y="2071678"/>
            <a:ext cx="714380" cy="285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버튼</a:t>
            </a:r>
            <a:r>
              <a:rPr lang="en-US" altLang="ko-KR" sz="1100" dirty="0" smtClean="0"/>
              <a:t>1</a:t>
            </a:r>
            <a:endParaRPr lang="ko-KR" altLang="en-US" sz="1100" dirty="0"/>
          </a:p>
        </p:txBody>
      </p:sp>
      <p:sp>
        <p:nvSpPr>
          <p:cNvPr id="13" name="직사각형 12"/>
          <p:cNvSpPr/>
          <p:nvPr/>
        </p:nvSpPr>
        <p:spPr>
          <a:xfrm>
            <a:off x="2682862" y="2071678"/>
            <a:ext cx="714380" cy="285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버튼</a:t>
            </a:r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14" name="직사각형 13"/>
          <p:cNvSpPr/>
          <p:nvPr/>
        </p:nvSpPr>
        <p:spPr>
          <a:xfrm>
            <a:off x="3500430" y="2071678"/>
            <a:ext cx="714380" cy="285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버튼</a:t>
            </a:r>
            <a:r>
              <a:rPr lang="en-US" altLang="ko-KR" sz="1100" dirty="0" smtClean="0"/>
              <a:t>3</a:t>
            </a:r>
            <a:endParaRPr lang="ko-KR" altLang="en-US" sz="1100" dirty="0"/>
          </a:p>
        </p:txBody>
      </p:sp>
      <p:sp>
        <p:nvSpPr>
          <p:cNvPr id="15" name="직사각형 14"/>
          <p:cNvSpPr/>
          <p:nvPr/>
        </p:nvSpPr>
        <p:spPr>
          <a:xfrm>
            <a:off x="1643042" y="2428868"/>
            <a:ext cx="3071834" cy="12858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/>
          <p:cNvCxnSpPr/>
          <p:nvPr/>
        </p:nvCxnSpPr>
        <p:spPr>
          <a:xfrm rot="10800000" flipV="1">
            <a:off x="4643438" y="1857364"/>
            <a:ext cx="571504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14942" y="1643050"/>
            <a:ext cx="801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North</a:t>
            </a:r>
            <a:endParaRPr lang="ko-KR" altLang="en-US" dirty="0"/>
          </a:p>
        </p:txBody>
      </p:sp>
      <p:cxnSp>
        <p:nvCxnSpPr>
          <p:cNvPr id="20" name="직선 화살표 연결선 19"/>
          <p:cNvCxnSpPr/>
          <p:nvPr/>
        </p:nvCxnSpPr>
        <p:spPr>
          <a:xfrm rot="10800000" flipV="1">
            <a:off x="4643438" y="2214553"/>
            <a:ext cx="571504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14942" y="2000239"/>
            <a:ext cx="498591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Center</a:t>
            </a:r>
          </a:p>
          <a:p>
            <a:r>
              <a:rPr lang="en-US" altLang="ko-KR" sz="1400" dirty="0" err="1" smtClean="0"/>
              <a:t>JPanel</a:t>
            </a:r>
            <a:r>
              <a:rPr lang="en-US" altLang="ko-KR" sz="1400" dirty="0" smtClean="0"/>
              <a:t> ( main Panel) =&gt; </a:t>
            </a:r>
            <a:r>
              <a:rPr lang="en-US" altLang="ko-KR" sz="1400" dirty="0" err="1" smtClean="0"/>
              <a:t>CardLayout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en-US" altLang="ko-KR" sz="1400" dirty="0" smtClean="0"/>
              <a:t>1.</a:t>
            </a:r>
            <a:r>
              <a:rPr lang="ko-KR" altLang="en-US" sz="1400" dirty="0" smtClean="0"/>
              <a:t>메인 패널에 각각에 디자인을 가진 패널 등록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mp.add</a:t>
            </a:r>
            <a:r>
              <a:rPr lang="en-US" altLang="ko-KR" sz="1400" dirty="0" smtClean="0"/>
              <a:t>( </a:t>
            </a:r>
            <a:r>
              <a:rPr lang="ko-KR" altLang="en-US" sz="1400" dirty="0" smtClean="0"/>
              <a:t>패널객체</a:t>
            </a:r>
            <a:r>
              <a:rPr lang="en-US" altLang="ko-KR" sz="1400" dirty="0" smtClean="0"/>
              <a:t>, “</a:t>
            </a:r>
            <a:r>
              <a:rPr lang="ko-KR" altLang="en-US" sz="1400" dirty="0" smtClean="0"/>
              <a:t>패널아이디</a:t>
            </a:r>
            <a:r>
              <a:rPr lang="en-US" altLang="ko-KR" sz="1400" dirty="0" smtClean="0"/>
              <a:t>”);</a:t>
            </a:r>
          </a:p>
          <a:p>
            <a:r>
              <a:rPr lang="en-US" altLang="ko-KR" sz="1400" dirty="0" smtClean="0"/>
              <a:t>  </a:t>
            </a:r>
            <a:r>
              <a:rPr lang="en-US" altLang="ko-KR" sz="1400" dirty="0" err="1" smtClean="0"/>
              <a:t>mp.add</a:t>
            </a:r>
            <a:r>
              <a:rPr lang="en-US" altLang="ko-KR" sz="1400" dirty="0" smtClean="0"/>
              <a:t>( </a:t>
            </a:r>
            <a:r>
              <a:rPr lang="ko-KR" altLang="en-US" sz="1400" dirty="0" smtClean="0"/>
              <a:t>패널객체</a:t>
            </a:r>
            <a:r>
              <a:rPr lang="en-US" altLang="ko-KR" sz="1400" dirty="0" smtClean="0"/>
              <a:t>, “</a:t>
            </a:r>
            <a:r>
              <a:rPr lang="ko-KR" altLang="en-US" sz="1400" dirty="0" smtClean="0"/>
              <a:t>패널아이디</a:t>
            </a:r>
            <a:r>
              <a:rPr lang="en-US" altLang="ko-KR" sz="1400" dirty="0" smtClean="0"/>
              <a:t>”);</a:t>
            </a:r>
          </a:p>
          <a:p>
            <a:endParaRPr lang="en-US" altLang="ko-KR" sz="1400" dirty="0"/>
          </a:p>
          <a:p>
            <a:r>
              <a:rPr lang="en-US" altLang="ko-KR" sz="1400" dirty="0" smtClean="0"/>
              <a:t> 2. </a:t>
            </a:r>
            <a:r>
              <a:rPr lang="ko-KR" altLang="en-US" sz="1400" dirty="0"/>
              <a:t>이</a:t>
            </a:r>
            <a:r>
              <a:rPr lang="ko-KR" altLang="en-US" sz="1400" dirty="0" smtClean="0"/>
              <a:t>벤트가 발생하면 </a:t>
            </a:r>
            <a:r>
              <a:rPr lang="en-US" altLang="ko-KR" sz="1400" dirty="0" err="1" smtClean="0"/>
              <a:t>CardLayout</a:t>
            </a:r>
            <a:r>
              <a:rPr lang="ko-KR" altLang="en-US" sz="1400" dirty="0" smtClean="0"/>
              <a:t>객체의 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</a:t>
            </a:r>
            <a:r>
              <a:rPr lang="ko-KR" altLang="en-US" sz="1400" dirty="0" smtClean="0"/>
              <a:t>패널을 변경</a:t>
            </a:r>
            <a:r>
              <a:rPr lang="en-US" altLang="ko-KR" sz="1400" dirty="0" smtClean="0"/>
              <a:t>.  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          </a:t>
            </a:r>
            <a:r>
              <a:rPr lang="en-US" altLang="ko-KR" sz="1400" b="1" dirty="0" err="1" smtClean="0"/>
              <a:t>cardLaytout</a:t>
            </a:r>
            <a:r>
              <a:rPr lang="en-US" altLang="ko-KR" sz="1400" dirty="0" err="1" smtClean="0"/>
              <a:t>.show</a:t>
            </a:r>
            <a:r>
              <a:rPr lang="en-US" altLang="ko-KR" sz="1400" dirty="0" smtClean="0"/>
              <a:t>( </a:t>
            </a:r>
            <a:r>
              <a:rPr lang="ko-KR" altLang="en-US" sz="1400" dirty="0" err="1"/>
              <a:t>메</a:t>
            </a:r>
            <a:r>
              <a:rPr lang="ko-KR" altLang="en-US" sz="1400" dirty="0" err="1" smtClean="0"/>
              <a:t>인패널</a:t>
            </a:r>
            <a:r>
              <a:rPr lang="en-US" altLang="ko-KR" sz="1400" dirty="0" smtClean="0"/>
              <a:t>, </a:t>
            </a:r>
            <a:r>
              <a:rPr lang="ko-KR" altLang="en-US" sz="1400" b="1" dirty="0" smtClean="0"/>
              <a:t>변경패널</a:t>
            </a:r>
            <a:r>
              <a:rPr lang="en-US" altLang="ko-KR" sz="1400" b="1" dirty="0" smtClean="0"/>
              <a:t>ID</a:t>
            </a:r>
            <a:r>
              <a:rPr lang="en-US" altLang="ko-KR" sz="1400" dirty="0" smtClean="0"/>
              <a:t>”)</a:t>
            </a:r>
            <a:endParaRPr lang="ko-KR" altLang="en-US" sz="1400" dirty="0"/>
          </a:p>
        </p:txBody>
      </p:sp>
      <p:sp>
        <p:nvSpPr>
          <p:cNvPr id="22" name="직사각형 21"/>
          <p:cNvSpPr/>
          <p:nvPr/>
        </p:nvSpPr>
        <p:spPr>
          <a:xfrm>
            <a:off x="928662" y="4000504"/>
            <a:ext cx="1714512" cy="12858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2857488" y="4000504"/>
            <a:ext cx="1714512" cy="12858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4857752" y="4000504"/>
            <a:ext cx="1714512" cy="12858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1000100" y="4071942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928926" y="407194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B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4929190" y="4071942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30" name="직선 화살표 연결선 29"/>
          <p:cNvCxnSpPr/>
          <p:nvPr/>
        </p:nvCxnSpPr>
        <p:spPr>
          <a:xfrm rot="10800000">
            <a:off x="2143108" y="5357826"/>
            <a:ext cx="571504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 flipV="1">
            <a:off x="2786050" y="5357826"/>
            <a:ext cx="500066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 flipV="1">
            <a:off x="2786050" y="5357826"/>
            <a:ext cx="2357454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357422" y="5643578"/>
            <a:ext cx="2040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각각의 디자인을 가진 패널</a:t>
            </a:r>
            <a:endParaRPr lang="ko-KR" altLang="en-US" sz="1200" dirty="0"/>
          </a:p>
        </p:txBody>
      </p:sp>
      <p:cxnSp>
        <p:nvCxnSpPr>
          <p:cNvPr id="37" name="직선 화살표 연결선 36"/>
          <p:cNvCxnSpPr/>
          <p:nvPr/>
        </p:nvCxnSpPr>
        <p:spPr>
          <a:xfrm rot="5400000" flipH="1" flipV="1">
            <a:off x="1821637" y="3607595"/>
            <a:ext cx="1000132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flipV="1">
            <a:off x="4143372" y="3214686"/>
            <a:ext cx="1643074" cy="9286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 rot="5400000" flipH="1" flipV="1">
            <a:off x="5179223" y="3607595"/>
            <a:ext cx="928694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>
            <a:off x="7572396" y="3286124"/>
            <a:ext cx="1571604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/>
          <p:nvPr/>
        </p:nvCxnSpPr>
        <p:spPr>
          <a:xfrm rot="5400000">
            <a:off x="1607323" y="3679033"/>
            <a:ext cx="857256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 rot="16200000" flipV="1">
            <a:off x="2750331" y="3607595"/>
            <a:ext cx="928694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/>
          <p:nvPr/>
        </p:nvCxnSpPr>
        <p:spPr>
          <a:xfrm rot="16200000" flipH="1">
            <a:off x="2964645" y="3607595"/>
            <a:ext cx="1000132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 rot="10800000">
            <a:off x="3786182" y="3214686"/>
            <a:ext cx="1643074" cy="12858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8523039" cy="82484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en-US" altLang="ko-KR" dirty="0" err="1" smtClean="0"/>
              <a:t>CallableStatement</a:t>
            </a:r>
            <a:endParaRPr lang="en-US" altLang="ko-KR" dirty="0" smtClean="0"/>
          </a:p>
          <a:p>
            <a:r>
              <a:rPr lang="en-US" altLang="ko-KR" sz="1600" dirty="0" smtClean="0"/>
              <a:t> - Procedure</a:t>
            </a:r>
            <a:r>
              <a:rPr lang="ko-KR" altLang="en-US" sz="1600" dirty="0" smtClean="0"/>
              <a:t>를 호출하기 위해 자바에서 제공하는 객체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en-US" altLang="ko-KR" sz="1600" dirty="0" err="1" smtClean="0"/>
              <a:t>PreparedStatement</a:t>
            </a:r>
            <a:r>
              <a:rPr lang="ko-KR" altLang="en-US" sz="1600" dirty="0" smtClean="0"/>
              <a:t>의 자식 인터페이스</a:t>
            </a:r>
            <a:r>
              <a:rPr lang="en-US" altLang="ko-KR" sz="1600" dirty="0" smtClean="0"/>
              <a:t>.( bind </a:t>
            </a:r>
            <a:r>
              <a:rPr lang="ko-KR" altLang="en-US" sz="1600" dirty="0" smtClean="0"/>
              <a:t>변수를 사용</a:t>
            </a:r>
            <a:r>
              <a:rPr lang="en-US" altLang="ko-KR" sz="1600" dirty="0" smtClean="0"/>
              <a:t>)</a:t>
            </a:r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*Procedure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-PL( Procedural Language )/SQL</a:t>
            </a:r>
            <a:r>
              <a:rPr lang="ko-KR" altLang="en-US" sz="1600" dirty="0" smtClean="0"/>
              <a:t>에서 제공하는 기능 중 하나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</a:t>
            </a:r>
            <a:r>
              <a:rPr lang="ko-KR" altLang="en-US" sz="1600" dirty="0" smtClean="0"/>
              <a:t>화면이 다양하게 </a:t>
            </a:r>
            <a:r>
              <a:rPr lang="ko-KR" altLang="en-US" sz="1600" dirty="0" err="1" smtClean="0"/>
              <a:t>제공되어야하는</a:t>
            </a:r>
            <a:r>
              <a:rPr lang="ko-KR" altLang="en-US" sz="1600" dirty="0" smtClean="0"/>
              <a:t> 환경에서 사용</a:t>
            </a:r>
            <a:r>
              <a:rPr lang="en-US" altLang="ko-KR" sz="1600" dirty="0" smtClean="0"/>
              <a:t>. ( </a:t>
            </a:r>
            <a:r>
              <a:rPr lang="ko-KR" altLang="en-US" sz="1600" dirty="0" err="1" smtClean="0"/>
              <a:t>업무로직을</a:t>
            </a:r>
            <a:r>
              <a:rPr lang="ko-KR" altLang="en-US" sz="1600" dirty="0" smtClean="0"/>
              <a:t> 분리하여 만들 수 있다</a:t>
            </a:r>
            <a:r>
              <a:rPr lang="en-US" altLang="ko-KR" sz="1600" dirty="0" smtClean="0"/>
              <a:t>.)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</a:t>
            </a:r>
            <a:r>
              <a:rPr lang="ko-KR" altLang="en-US" sz="1600" dirty="0" smtClean="0"/>
              <a:t>프로그램의 연속성을 가지게 할 수 있다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( </a:t>
            </a:r>
            <a:r>
              <a:rPr lang="ko-KR" altLang="en-US" sz="1600" dirty="0" smtClean="0"/>
              <a:t>프로그램 실행 도중에 다른 결과를 얻을 수 있다</a:t>
            </a:r>
            <a:r>
              <a:rPr lang="en-US" altLang="ko-KR" sz="1600" dirty="0" smtClean="0"/>
              <a:t>. 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DBMS</a:t>
            </a:r>
            <a:r>
              <a:rPr lang="ko-KR" altLang="en-US" sz="1600" dirty="0" smtClean="0"/>
              <a:t>에서 정보 관리뿐만 아니라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업무로직까지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연산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제어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를 정의할 수 있다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작성된 </a:t>
            </a:r>
            <a:r>
              <a:rPr lang="en-US" altLang="ko-KR" sz="1600" dirty="0" smtClean="0"/>
              <a:t>Procedure</a:t>
            </a:r>
            <a:r>
              <a:rPr lang="ko-KR" altLang="en-US" sz="1600" dirty="0" smtClean="0"/>
              <a:t>는 </a:t>
            </a:r>
            <a:r>
              <a:rPr lang="en-US" altLang="ko-KR" sz="1600" b="1" dirty="0" err="1" smtClean="0"/>
              <a:t>user_procedures</a:t>
            </a:r>
            <a:r>
              <a:rPr lang="en-US" altLang="ko-KR" sz="1600" b="1" dirty="0" smtClean="0"/>
              <a:t> DD</a:t>
            </a:r>
            <a:r>
              <a:rPr lang="ko-KR" altLang="en-US" sz="1600" dirty="0" smtClean="0"/>
              <a:t>에서 확인가능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auto commit</a:t>
            </a:r>
            <a:r>
              <a:rPr lang="ko-KR" altLang="en-US" sz="1600" dirty="0" smtClean="0"/>
              <a:t>이 되지 않고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개발자가 조건을 설정하여 </a:t>
            </a:r>
            <a:r>
              <a:rPr lang="en-US" altLang="ko-KR" sz="1600" dirty="0" smtClean="0"/>
              <a:t>commit</a:t>
            </a:r>
            <a:r>
              <a:rPr lang="ko-KR" altLang="en-US" sz="1600" dirty="0" smtClean="0"/>
              <a:t>이나 </a:t>
            </a:r>
            <a:r>
              <a:rPr lang="en-US" altLang="ko-KR" sz="1600" dirty="0" smtClean="0"/>
              <a:t>rollback </a:t>
            </a:r>
            <a:r>
              <a:rPr lang="ko-KR" altLang="en-US" sz="1600" dirty="0" smtClean="0"/>
              <a:t>수행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반환형이 없고</a:t>
            </a:r>
            <a:r>
              <a:rPr lang="en-US" altLang="ko-KR" sz="1600" dirty="0" smtClean="0"/>
              <a:t>, out parameter</a:t>
            </a:r>
            <a:r>
              <a:rPr lang="ko-KR" altLang="en-US" sz="1600" dirty="0" smtClean="0"/>
              <a:t>를 사용하여 필요한 만큼 값을 반환할 수 있다</a:t>
            </a:r>
            <a:r>
              <a:rPr lang="en-US" altLang="ko-KR" sz="1600" dirty="0" smtClean="0"/>
              <a:t>..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</a:t>
            </a:r>
            <a:r>
              <a:rPr lang="ko-KR" altLang="en-US" sz="1600" dirty="0" smtClean="0"/>
              <a:t>순서</a:t>
            </a:r>
            <a:r>
              <a:rPr lang="en-US" altLang="ko-KR" sz="1600" dirty="0" smtClean="0"/>
              <a:t>) </a:t>
            </a:r>
            <a:r>
              <a:rPr lang="ko-KR" altLang="en-US" sz="1600" dirty="0" smtClean="0"/>
              <a:t>코드작성 </a:t>
            </a:r>
            <a:r>
              <a:rPr lang="en-US" altLang="ko-KR" sz="1600" dirty="0" smtClean="0"/>
              <a:t>&gt; </a:t>
            </a:r>
            <a:r>
              <a:rPr lang="ko-KR" altLang="en-US" sz="1600" dirty="0" smtClean="0"/>
              <a:t>컴파일 </a:t>
            </a:r>
            <a:r>
              <a:rPr lang="en-US" altLang="ko-KR" sz="1600" dirty="0" smtClean="0"/>
              <a:t>&gt; </a:t>
            </a:r>
            <a:r>
              <a:rPr lang="ko-KR" altLang="en-US" sz="1600" dirty="0" smtClean="0"/>
              <a:t>실행 </a:t>
            </a:r>
            <a:r>
              <a:rPr lang="en-US" altLang="ko-KR" sz="1600" dirty="0" smtClean="0"/>
              <a:t>( </a:t>
            </a:r>
            <a:r>
              <a:rPr lang="ko-KR" altLang="en-US" sz="1600" dirty="0" smtClean="0"/>
              <a:t>직접실행 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 smtClean="0"/>
              <a:t>    </a:t>
            </a:r>
            <a:r>
              <a:rPr lang="ko-KR" altLang="en-US" sz="1600" dirty="0" smtClean="0"/>
              <a:t>주의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문장의 끝에는 </a:t>
            </a:r>
            <a:r>
              <a:rPr lang="en-US" altLang="ko-KR" sz="1600" dirty="0" smtClean="0"/>
              <a:t>;</a:t>
            </a:r>
            <a:r>
              <a:rPr lang="ko-KR" altLang="en-US" sz="1600" dirty="0" smtClean="0"/>
              <a:t>을 넣는다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1.</a:t>
            </a:r>
            <a:r>
              <a:rPr lang="ko-KR" altLang="en-US" sz="1600" dirty="0" smtClean="0"/>
              <a:t>작성법</a:t>
            </a:r>
            <a:r>
              <a:rPr lang="en-US" altLang="ko-KR" sz="1600" dirty="0" smtClean="0"/>
              <a:t>)</a:t>
            </a:r>
          </a:p>
          <a:p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create or replace procedure </a:t>
            </a:r>
            <a:r>
              <a:rPr lang="ko-KR" altLang="en-US" sz="1600" dirty="0" err="1" smtClean="0"/>
              <a:t>프로시저명</a:t>
            </a:r>
            <a:r>
              <a:rPr lang="en-US" altLang="ko-KR" sz="1600" dirty="0" smtClean="0"/>
              <a:t>( </a:t>
            </a:r>
            <a:r>
              <a:rPr lang="ko-KR" altLang="en-US" sz="1600" dirty="0" err="1" smtClean="0"/>
              <a:t>변수명</a:t>
            </a:r>
            <a:r>
              <a:rPr lang="ko-KR" altLang="en-US" sz="1600" dirty="0" smtClean="0"/>
              <a:t> </a:t>
            </a:r>
            <a:r>
              <a:rPr lang="ko-KR" altLang="en-US" sz="1600" b="1" dirty="0" smtClean="0"/>
              <a:t>타입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데이터형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변수명</a:t>
            </a:r>
            <a:r>
              <a:rPr lang="ko-KR" altLang="en-US" sz="1600" dirty="0" smtClean="0"/>
              <a:t> </a:t>
            </a:r>
            <a:r>
              <a:rPr lang="ko-KR" altLang="en-US" sz="1600" b="1" dirty="0" smtClean="0"/>
              <a:t>타입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데이터형</a:t>
            </a:r>
            <a:r>
              <a:rPr lang="en-US" altLang="ko-KR" sz="1600" dirty="0" smtClean="0"/>
              <a:t>,,,)</a:t>
            </a:r>
          </a:p>
          <a:p>
            <a:r>
              <a:rPr lang="en-US" altLang="ko-KR" sz="1600" dirty="0" smtClean="0"/>
              <a:t>   is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</a:t>
            </a:r>
            <a:r>
              <a:rPr lang="ko-KR" altLang="en-US" sz="1600" dirty="0" smtClean="0"/>
              <a:t>변수선언</a:t>
            </a:r>
            <a:r>
              <a:rPr lang="en-US" altLang="ko-KR" sz="1600" dirty="0" smtClean="0"/>
              <a:t>, cursor</a:t>
            </a:r>
            <a:r>
              <a:rPr lang="ko-KR" altLang="en-US" sz="1600" dirty="0" smtClean="0"/>
              <a:t>선언</a:t>
            </a:r>
            <a:r>
              <a:rPr lang="en-US" altLang="ko-KR" sz="1600" dirty="0" smtClean="0"/>
              <a:t>, recode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선언</a:t>
            </a:r>
            <a:r>
              <a:rPr lang="en-US" altLang="ko-KR" sz="1600" dirty="0" smtClean="0"/>
              <a:t>, table</a:t>
            </a:r>
            <a:r>
              <a:rPr lang="ko-KR" altLang="en-US" sz="1600" dirty="0" smtClean="0"/>
              <a:t>선언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begin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err="1" smtClean="0"/>
              <a:t>업무로직</a:t>
            </a:r>
            <a:r>
              <a:rPr lang="ko-KR" altLang="en-US" sz="1600" dirty="0" smtClean="0"/>
              <a:t> 작성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exception 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</a:t>
            </a:r>
            <a:r>
              <a:rPr lang="ko-KR" altLang="en-US" sz="1600" dirty="0" smtClean="0"/>
              <a:t>예외처리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</a:p>
          <a:p>
            <a:r>
              <a:rPr lang="en-US" altLang="ko-KR" sz="1600" dirty="0" smtClean="0"/>
              <a:t>   end;</a:t>
            </a:r>
          </a:p>
          <a:p>
            <a:r>
              <a:rPr lang="en-US" altLang="ko-KR" sz="1600" dirty="0" smtClean="0"/>
              <a:t>  </a:t>
            </a:r>
            <a:r>
              <a:rPr lang="en-US" altLang="ko-KR" sz="1600" b="1" dirty="0" smtClean="0"/>
              <a:t>/</a:t>
            </a:r>
            <a:endParaRPr lang="en-US" altLang="ko-KR" sz="1600" b="1" dirty="0"/>
          </a:p>
          <a:p>
            <a:r>
              <a:rPr lang="en-US" altLang="ko-KR" sz="1600" dirty="0" smtClean="0"/>
              <a:t>  </a:t>
            </a:r>
            <a:endParaRPr lang="ko-KR" altLang="en-US" sz="1600" dirty="0"/>
          </a:p>
        </p:txBody>
      </p:sp>
      <p:cxnSp>
        <p:nvCxnSpPr>
          <p:cNvPr id="5" name="직선 화살표 연결선 4"/>
          <p:cNvCxnSpPr/>
          <p:nvPr/>
        </p:nvCxnSpPr>
        <p:spPr>
          <a:xfrm rot="5400000">
            <a:off x="4714876" y="1714488"/>
            <a:ext cx="214314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786182" y="1437489"/>
            <a:ext cx="50748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기본문법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연산자</a:t>
            </a:r>
            <a:r>
              <a:rPr lang="en-US" altLang="ko-KR" sz="1200" dirty="0" smtClean="0"/>
              <a:t>, </a:t>
            </a:r>
            <a:r>
              <a:rPr lang="ko-KR" altLang="en-US" sz="1200" dirty="0" err="1" smtClean="0"/>
              <a:t>제어문</a:t>
            </a:r>
            <a:r>
              <a:rPr lang="en-US" altLang="ko-KR" sz="1200" dirty="0" smtClean="0"/>
              <a:t>, cursor, procedure, function, trigger, package</a:t>
            </a:r>
            <a:endParaRPr lang="ko-KR" altLang="en-US" sz="12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4572000" y="1500174"/>
            <a:ext cx="100013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 rot="10800000" flipV="1">
            <a:off x="4786314" y="1285860"/>
            <a:ext cx="142876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929190" y="1071546"/>
            <a:ext cx="3411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언어적인 요소 </a:t>
            </a:r>
            <a:r>
              <a:rPr lang="en-US" altLang="ko-KR" sz="1200" dirty="0" smtClean="0"/>
              <a:t>: DBMS</a:t>
            </a:r>
            <a:r>
              <a:rPr lang="ko-KR" altLang="en-US" sz="1200" dirty="0" smtClean="0"/>
              <a:t>에서 프로그래밍이 가능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cxnSp>
        <p:nvCxnSpPr>
          <p:cNvPr id="13" name="직선 화살표 연결선 12"/>
          <p:cNvCxnSpPr/>
          <p:nvPr/>
        </p:nvCxnSpPr>
        <p:spPr>
          <a:xfrm rot="5400000">
            <a:off x="5214942" y="4214818"/>
            <a:ext cx="785818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57884" y="3786190"/>
            <a:ext cx="394050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*in parameter : </a:t>
            </a:r>
            <a:r>
              <a:rPr lang="ko-KR" altLang="en-US" sz="1200" dirty="0" smtClean="0"/>
              <a:t>생략가능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</a:t>
            </a:r>
            <a:r>
              <a:rPr lang="ko-KR" altLang="en-US" sz="1200" dirty="0" smtClean="0"/>
              <a:t>프로시저 외부의 값을 프로시저 내부로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</a:t>
            </a:r>
            <a:r>
              <a:rPr lang="ko-KR" altLang="en-US" sz="1200" dirty="0" smtClean="0"/>
              <a:t>전달할 때 사용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 smtClean="0"/>
              <a:t> </a:t>
            </a:r>
            <a:r>
              <a:rPr lang="ko-KR" altLang="en-US" sz="1200" dirty="0"/>
              <a:t> </a:t>
            </a:r>
            <a:r>
              <a:rPr lang="ko-KR" altLang="en-US" sz="1200" dirty="0" smtClean="0"/>
              <a:t>사용법</a:t>
            </a:r>
            <a:r>
              <a:rPr lang="en-US" altLang="ko-KR" sz="1200" dirty="0" smtClean="0"/>
              <a:t>)  </a:t>
            </a:r>
            <a:r>
              <a:rPr lang="ko-KR" altLang="en-US" sz="1200" dirty="0" err="1" smtClean="0"/>
              <a:t>변수명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데이터형</a:t>
            </a:r>
            <a:r>
              <a:rPr lang="en-US" altLang="ko-KR" sz="1200" dirty="0" smtClean="0"/>
              <a:t>, </a:t>
            </a:r>
            <a:r>
              <a:rPr lang="ko-KR" altLang="en-US" sz="1200" dirty="0" err="1" smtClean="0"/>
              <a:t>변수명</a:t>
            </a:r>
            <a:r>
              <a:rPr lang="ko-KR" altLang="en-US" sz="1200" dirty="0" smtClean="0"/>
              <a:t> </a:t>
            </a:r>
            <a:r>
              <a:rPr lang="en-US" altLang="ko-KR" sz="1200" b="1" dirty="0" smtClean="0"/>
              <a:t>in</a:t>
            </a:r>
            <a:r>
              <a:rPr lang="en-US" altLang="ko-KR" sz="1200" dirty="0" smtClean="0"/>
              <a:t> </a:t>
            </a:r>
            <a:r>
              <a:rPr lang="ko-KR" altLang="en-US" sz="1200" dirty="0" err="1" smtClean="0"/>
              <a:t>데이터형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en-US" altLang="ko-KR" sz="1200" dirty="0" smtClean="0"/>
              <a:t>*out parameter : </a:t>
            </a:r>
            <a:r>
              <a:rPr lang="ko-KR" altLang="en-US" sz="1200" dirty="0" smtClean="0"/>
              <a:t>생략불가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프로시저 내부 값을 프로시저 외부로 전달할 때 사용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사용법</a:t>
            </a:r>
            <a:r>
              <a:rPr lang="en-US" altLang="ko-KR" sz="1200" dirty="0" smtClean="0"/>
              <a:t>)  </a:t>
            </a:r>
            <a:r>
              <a:rPr lang="ko-KR" altLang="en-US" sz="1200" dirty="0" err="1" smtClean="0"/>
              <a:t>변수명</a:t>
            </a:r>
            <a:r>
              <a:rPr lang="ko-KR" altLang="en-US" sz="1200" dirty="0" smtClean="0"/>
              <a:t> </a:t>
            </a:r>
            <a:r>
              <a:rPr lang="en-US" altLang="ko-KR" sz="1200" b="1" dirty="0" smtClean="0"/>
              <a:t>out</a:t>
            </a:r>
            <a:r>
              <a:rPr lang="en-US" altLang="ko-KR" sz="1200" dirty="0" smtClean="0"/>
              <a:t> </a:t>
            </a:r>
            <a:r>
              <a:rPr lang="ko-KR" altLang="en-US" sz="1200" dirty="0" err="1" smtClean="0"/>
              <a:t>데이터형</a:t>
            </a:r>
            <a:endParaRPr lang="ko-KR" altLang="en-US" sz="1200" dirty="0" smtClean="0"/>
          </a:p>
          <a:p>
            <a:endParaRPr lang="ko-KR" altLang="en-US" sz="1200" dirty="0"/>
          </a:p>
        </p:txBody>
      </p:sp>
      <p:cxnSp>
        <p:nvCxnSpPr>
          <p:cNvPr id="17" name="직선 화살표 연결선 16"/>
          <p:cNvCxnSpPr/>
          <p:nvPr/>
        </p:nvCxnSpPr>
        <p:spPr>
          <a:xfrm rot="16200000" flipV="1">
            <a:off x="2250265" y="6250801"/>
            <a:ext cx="214314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14546" y="6429396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/>
              <a:t>여러행</a:t>
            </a:r>
            <a:r>
              <a:rPr lang="ko-KR" altLang="en-US" sz="1100" dirty="0" smtClean="0"/>
              <a:t> 조회</a:t>
            </a:r>
            <a:endParaRPr lang="ko-KR" altLang="en-US" sz="1100" dirty="0"/>
          </a:p>
        </p:txBody>
      </p:sp>
      <p:cxnSp>
        <p:nvCxnSpPr>
          <p:cNvPr id="21" name="직선 화살표 연결선 20"/>
          <p:cNvCxnSpPr/>
          <p:nvPr/>
        </p:nvCxnSpPr>
        <p:spPr>
          <a:xfrm rot="10800000">
            <a:off x="3357554" y="6215082"/>
            <a:ext cx="214314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357554" y="6429396"/>
            <a:ext cx="20746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여러 개의 값을 묶어서 </a:t>
            </a:r>
            <a:endParaRPr lang="en-US" altLang="ko-KR" sz="1100" dirty="0" smtClean="0"/>
          </a:p>
          <a:p>
            <a:r>
              <a:rPr lang="en-US" altLang="ko-KR" sz="1100" dirty="0"/>
              <a:t> </a:t>
            </a:r>
            <a:r>
              <a:rPr lang="en-US" altLang="ko-KR" sz="1100" dirty="0" smtClean="0"/>
              <a:t> </a:t>
            </a:r>
            <a:r>
              <a:rPr lang="ko-KR" altLang="en-US" sz="1100" dirty="0" err="1" smtClean="0"/>
              <a:t>사용하기위해</a:t>
            </a:r>
            <a:r>
              <a:rPr lang="ko-KR" altLang="en-US" sz="1100" dirty="0" smtClean="0"/>
              <a:t> </a:t>
            </a:r>
            <a:r>
              <a:rPr lang="en-US" altLang="ko-KR" sz="1100" dirty="0" smtClean="0"/>
              <a:t>( DTO</a:t>
            </a:r>
            <a:r>
              <a:rPr lang="ko-KR" altLang="en-US" sz="1100" dirty="0" err="1" smtClean="0"/>
              <a:t>와비슷</a:t>
            </a:r>
            <a:r>
              <a:rPr lang="en-US" altLang="ko-KR" sz="1100" dirty="0" smtClean="0"/>
              <a:t> )</a:t>
            </a:r>
            <a:endParaRPr lang="ko-KR" altLang="en-US" sz="1100" dirty="0"/>
          </a:p>
        </p:txBody>
      </p:sp>
      <p:cxnSp>
        <p:nvCxnSpPr>
          <p:cNvPr id="23" name="직선 화살표 연결선 22"/>
          <p:cNvCxnSpPr/>
          <p:nvPr/>
        </p:nvCxnSpPr>
        <p:spPr>
          <a:xfrm rot="10800000">
            <a:off x="4572001" y="6143644"/>
            <a:ext cx="1000133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57819" y="6357958"/>
            <a:ext cx="20746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여러 값을 한번에 모아서 </a:t>
            </a:r>
            <a:r>
              <a:rPr lang="ko-KR" altLang="en-US" sz="1100" dirty="0" err="1" smtClean="0"/>
              <a:t>처리하기위해</a:t>
            </a:r>
            <a:r>
              <a:rPr lang="ko-KR" altLang="en-US" sz="1100" dirty="0" smtClean="0"/>
              <a:t> 사용 </a:t>
            </a:r>
            <a:r>
              <a:rPr lang="en-US" altLang="ko-KR" sz="1100" dirty="0" smtClean="0"/>
              <a:t>( </a:t>
            </a:r>
            <a:r>
              <a:rPr lang="ko-KR" altLang="en-US" sz="1100" dirty="0" err="1" smtClean="0"/>
              <a:t>배열과비슷</a:t>
            </a:r>
            <a:r>
              <a:rPr lang="en-US" altLang="ko-KR" sz="1100" dirty="0" smtClean="0"/>
              <a:t> )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4837" y="285728"/>
            <a:ext cx="201689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2. </a:t>
            </a:r>
            <a:r>
              <a:rPr lang="ko-KR" altLang="en-US" sz="1600" dirty="0" smtClean="0"/>
              <a:t>저장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err="1" smtClean="0"/>
              <a:t>프로시저명</a:t>
            </a:r>
            <a:r>
              <a:rPr lang="en-US" altLang="ko-KR" sz="1600" dirty="0" smtClean="0"/>
              <a:t>.</a:t>
            </a:r>
            <a:r>
              <a:rPr lang="en-US" altLang="ko-KR" sz="1600" dirty="0" err="1" smtClean="0"/>
              <a:t>sql</a:t>
            </a:r>
            <a:endParaRPr lang="en-US" altLang="ko-KR" sz="1600" dirty="0" smtClean="0"/>
          </a:p>
          <a:p>
            <a:endParaRPr lang="en-US" altLang="ko-KR" sz="1600" dirty="0"/>
          </a:p>
          <a:p>
            <a:r>
              <a:rPr lang="en-US" altLang="ko-KR" sz="1600" dirty="0" smtClean="0"/>
              <a:t>3.</a:t>
            </a:r>
            <a:r>
              <a:rPr lang="ko-KR" altLang="en-US" sz="1600" dirty="0" smtClean="0"/>
              <a:t>컴파일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@</a:t>
            </a:r>
            <a:r>
              <a:rPr lang="ko-KR" altLang="en-US" sz="1600" dirty="0" smtClean="0"/>
              <a:t>경로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파일명</a:t>
            </a:r>
            <a:r>
              <a:rPr lang="en-US" altLang="ko-KR" sz="1600" dirty="0" smtClean="0"/>
              <a:t>.</a:t>
            </a:r>
            <a:r>
              <a:rPr lang="en-US" altLang="ko-KR" sz="1600" dirty="0" err="1" smtClean="0"/>
              <a:t>sql</a:t>
            </a:r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4.</a:t>
            </a:r>
            <a:r>
              <a:rPr lang="ko-KR" altLang="en-US" sz="1600" dirty="0" smtClean="0"/>
              <a:t>에러보기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show error</a:t>
            </a:r>
            <a:endParaRPr lang="ko-KR" altLang="en-US" sz="1600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285720" y="2428868"/>
            <a:ext cx="235745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71472" y="2500306"/>
            <a:ext cx="6532558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5. </a:t>
            </a:r>
            <a:r>
              <a:rPr lang="ko-KR" altLang="en-US" sz="1600" dirty="0" err="1" smtClean="0"/>
              <a:t>바인드변수</a:t>
            </a:r>
            <a:r>
              <a:rPr lang="ko-KR" altLang="en-US" sz="1600" dirty="0" smtClean="0"/>
              <a:t> 선언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-</a:t>
            </a:r>
            <a:r>
              <a:rPr lang="ko-KR" altLang="en-US" sz="1600" dirty="0" smtClean="0"/>
              <a:t>프로시저가 실행한 결과를 </a:t>
            </a:r>
            <a:r>
              <a:rPr lang="ko-KR" altLang="en-US" sz="1600" dirty="0" err="1" smtClean="0"/>
              <a:t>저장하기위해</a:t>
            </a:r>
            <a:r>
              <a:rPr lang="ko-KR" altLang="en-US" sz="1600" dirty="0" smtClean="0"/>
              <a:t> </a:t>
            </a:r>
            <a:r>
              <a:rPr lang="en-US" altLang="ko-KR" sz="1600" dirty="0" err="1" smtClean="0"/>
              <a:t>sqlplus</a:t>
            </a:r>
            <a:r>
              <a:rPr lang="ko-KR" altLang="en-US" sz="1600" dirty="0" smtClean="0"/>
              <a:t>에 선언하는 변수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</a:t>
            </a:r>
            <a:r>
              <a:rPr lang="en-US" altLang="ko-KR" sz="1600" dirty="0" err="1" smtClean="0"/>
              <a:t>var</a:t>
            </a:r>
            <a:r>
              <a:rPr lang="en-US" altLang="ko-KR" sz="1600" dirty="0" smtClean="0"/>
              <a:t> (variable) </a:t>
            </a:r>
            <a:r>
              <a:rPr lang="ko-KR" altLang="en-US" sz="1600" dirty="0" err="1" smtClean="0"/>
              <a:t>변수명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데이터형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크기</a:t>
            </a:r>
            <a:r>
              <a:rPr lang="en-US" altLang="ko-KR" sz="1600" dirty="0" smtClean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6.</a:t>
            </a:r>
            <a:r>
              <a:rPr lang="ko-KR" altLang="en-US" sz="1600" dirty="0" err="1" smtClean="0"/>
              <a:t>실행기를</a:t>
            </a:r>
            <a:r>
              <a:rPr lang="ko-KR" altLang="en-US" sz="1600" dirty="0" smtClean="0"/>
              <a:t> 사용하여 실행</a:t>
            </a:r>
            <a:r>
              <a:rPr lang="en-US" altLang="ko-KR" sz="1600" dirty="0" smtClean="0"/>
              <a:t>( </a:t>
            </a:r>
            <a:r>
              <a:rPr lang="ko-KR" altLang="en-US" sz="1600" dirty="0" smtClean="0"/>
              <a:t>직접실행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exec ( execute) </a:t>
            </a:r>
            <a:r>
              <a:rPr lang="ko-KR" altLang="en-US" sz="1600" dirty="0" err="1" smtClean="0"/>
              <a:t>프로시저명</a:t>
            </a:r>
            <a:r>
              <a:rPr lang="en-US" altLang="ko-KR" sz="1600" dirty="0" smtClean="0"/>
              <a:t>( </a:t>
            </a:r>
            <a:r>
              <a:rPr lang="ko-KR" altLang="en-US" sz="1600" dirty="0" smtClean="0"/>
              <a:t>값</a:t>
            </a:r>
            <a:r>
              <a:rPr lang="en-US" altLang="ko-KR" sz="1600" dirty="0" smtClean="0"/>
              <a:t>,,,, </a:t>
            </a:r>
            <a:r>
              <a:rPr lang="en-US" altLang="ko-KR" sz="1600" b="1" dirty="0" smtClean="0"/>
              <a:t>:</a:t>
            </a:r>
            <a:r>
              <a:rPr lang="ko-KR" altLang="en-US" sz="1600" dirty="0" err="1" smtClean="0"/>
              <a:t>바인드변수명</a:t>
            </a:r>
            <a:r>
              <a:rPr lang="en-US" altLang="ko-KR" sz="1600" dirty="0" smtClean="0"/>
              <a:t>,,, )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7.</a:t>
            </a:r>
            <a:r>
              <a:rPr lang="ko-KR" altLang="en-US" sz="1600" dirty="0" err="1" smtClean="0"/>
              <a:t>바인드변수에</a:t>
            </a:r>
            <a:r>
              <a:rPr lang="ko-KR" altLang="en-US" sz="1600" dirty="0" smtClean="0"/>
              <a:t> 저장된 값을 출력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  print  </a:t>
            </a:r>
            <a:r>
              <a:rPr lang="ko-KR" altLang="en-US" sz="1600" dirty="0" err="1" smtClean="0"/>
              <a:t>바인드변수명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바인드변수명</a:t>
            </a:r>
            <a:r>
              <a:rPr lang="ko-KR" altLang="en-US" sz="1600" dirty="0" smtClean="0"/>
              <a:t>  </a:t>
            </a:r>
            <a:endParaRPr lang="en-US" altLang="ko-KR" sz="1600" dirty="0" smtClean="0"/>
          </a:p>
          <a:p>
            <a:endParaRPr lang="en-US" altLang="ko-KR" sz="1600" dirty="0"/>
          </a:p>
          <a:p>
            <a:r>
              <a:rPr lang="en-US" altLang="ko-KR" sz="1600" dirty="0" smtClean="0"/>
              <a:t>*PL/SQL</a:t>
            </a:r>
            <a:r>
              <a:rPr lang="ko-KR" altLang="en-US" sz="1600" dirty="0" smtClean="0"/>
              <a:t>연산자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-SQL</a:t>
            </a:r>
            <a:r>
              <a:rPr lang="ko-KR" altLang="en-US" sz="1600" dirty="0" smtClean="0"/>
              <a:t>과 동일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-</a:t>
            </a:r>
            <a:r>
              <a:rPr lang="ko-KR" altLang="en-US" sz="1600" dirty="0" smtClean="0"/>
              <a:t>대입연산자  </a:t>
            </a:r>
            <a:r>
              <a:rPr lang="en-US" altLang="ko-KR" sz="1600" dirty="0" smtClean="0"/>
              <a:t>:</a:t>
            </a:r>
            <a:r>
              <a:rPr lang="ko-KR" altLang="en-US" sz="1600" dirty="0" smtClean="0"/>
              <a:t>  </a:t>
            </a:r>
            <a:r>
              <a:rPr lang="en-US" altLang="ko-KR" sz="1600" b="1" dirty="0" smtClean="0"/>
              <a:t>:=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</a:t>
            </a:r>
            <a:endParaRPr lang="ko-KR" altLang="en-US" sz="1600" dirty="0"/>
          </a:p>
        </p:txBody>
      </p:sp>
      <p:cxnSp>
        <p:nvCxnSpPr>
          <p:cNvPr id="8" name="직선 화살표 연결선 7"/>
          <p:cNvCxnSpPr/>
          <p:nvPr/>
        </p:nvCxnSpPr>
        <p:spPr>
          <a:xfrm rot="5400000" flipH="1" flipV="1">
            <a:off x="-392941" y="1250141"/>
            <a:ext cx="164307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928670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컴파일</a:t>
            </a:r>
            <a:endParaRPr lang="ko-KR" altLang="en-US" sz="1100" dirty="0"/>
          </a:p>
        </p:txBody>
      </p:sp>
      <p:cxnSp>
        <p:nvCxnSpPr>
          <p:cNvPr id="11" name="직선 화살표 연결선 10"/>
          <p:cNvCxnSpPr/>
          <p:nvPr/>
        </p:nvCxnSpPr>
        <p:spPr>
          <a:xfrm rot="5400000">
            <a:off x="-448486" y="3510768"/>
            <a:ext cx="1744668" cy="94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-38198" y="2928934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smtClean="0"/>
              <a:t>실행</a:t>
            </a:r>
            <a:endParaRPr lang="ko-KR" altLang="en-US" sz="1100" dirty="0"/>
          </a:p>
        </p:txBody>
      </p:sp>
      <p:cxnSp>
        <p:nvCxnSpPr>
          <p:cNvPr id="14" name="직선 화살표 연결선 13"/>
          <p:cNvCxnSpPr/>
          <p:nvPr/>
        </p:nvCxnSpPr>
        <p:spPr>
          <a:xfrm rot="10800000" flipV="1">
            <a:off x="4500562" y="3786190"/>
            <a:ext cx="500066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29190" y="3500438"/>
            <a:ext cx="3736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out parameter</a:t>
            </a:r>
            <a:r>
              <a:rPr lang="ko-KR" altLang="en-US" sz="1200" dirty="0" smtClean="0"/>
              <a:t>가 내보내는 값을 저장하기위한 변수</a:t>
            </a:r>
            <a:endParaRPr lang="ko-KR" altLang="en-US" sz="1200" dirty="0"/>
          </a:p>
        </p:txBody>
      </p:sp>
      <p:sp>
        <p:nvSpPr>
          <p:cNvPr id="16" name="자유형 15"/>
          <p:cNvSpPr/>
          <p:nvPr/>
        </p:nvSpPr>
        <p:spPr>
          <a:xfrm>
            <a:off x="2545479" y="3511550"/>
            <a:ext cx="1753471" cy="514350"/>
          </a:xfrm>
          <a:custGeom>
            <a:avLst/>
            <a:gdLst>
              <a:gd name="connsiteX0" fmla="*/ 1696321 w 1753471"/>
              <a:gd name="connsiteY0" fmla="*/ 514350 h 514350"/>
              <a:gd name="connsiteX1" fmla="*/ 1740771 w 1753471"/>
              <a:gd name="connsiteY1" fmla="*/ 444500 h 514350"/>
              <a:gd name="connsiteX2" fmla="*/ 1753471 w 1753471"/>
              <a:gd name="connsiteY2" fmla="*/ 368300 h 514350"/>
              <a:gd name="connsiteX3" fmla="*/ 1740771 w 1753471"/>
              <a:gd name="connsiteY3" fmla="*/ 266700 h 514350"/>
              <a:gd name="connsiteX4" fmla="*/ 1709021 w 1753471"/>
              <a:gd name="connsiteY4" fmla="*/ 215900 h 514350"/>
              <a:gd name="connsiteX5" fmla="*/ 1664571 w 1753471"/>
              <a:gd name="connsiteY5" fmla="*/ 171450 h 514350"/>
              <a:gd name="connsiteX6" fmla="*/ 1639171 w 1753471"/>
              <a:gd name="connsiteY6" fmla="*/ 158750 h 514350"/>
              <a:gd name="connsiteX7" fmla="*/ 1620121 w 1753471"/>
              <a:gd name="connsiteY7" fmla="*/ 146050 h 514350"/>
              <a:gd name="connsiteX8" fmla="*/ 1575671 w 1753471"/>
              <a:gd name="connsiteY8" fmla="*/ 133350 h 514350"/>
              <a:gd name="connsiteX9" fmla="*/ 1156571 w 1753471"/>
              <a:gd name="connsiteY9" fmla="*/ 127000 h 514350"/>
              <a:gd name="connsiteX10" fmla="*/ 1093071 w 1753471"/>
              <a:gd name="connsiteY10" fmla="*/ 133350 h 514350"/>
              <a:gd name="connsiteX11" fmla="*/ 953371 w 1753471"/>
              <a:gd name="connsiteY11" fmla="*/ 152400 h 514350"/>
              <a:gd name="connsiteX12" fmla="*/ 921621 w 1753471"/>
              <a:gd name="connsiteY12" fmla="*/ 158750 h 514350"/>
              <a:gd name="connsiteX13" fmla="*/ 896221 w 1753471"/>
              <a:gd name="connsiteY13" fmla="*/ 165100 h 514350"/>
              <a:gd name="connsiteX14" fmla="*/ 820021 w 1753471"/>
              <a:gd name="connsiteY14" fmla="*/ 177800 h 514350"/>
              <a:gd name="connsiteX15" fmla="*/ 788271 w 1753471"/>
              <a:gd name="connsiteY15" fmla="*/ 184150 h 514350"/>
              <a:gd name="connsiteX16" fmla="*/ 750171 w 1753471"/>
              <a:gd name="connsiteY16" fmla="*/ 190500 h 514350"/>
              <a:gd name="connsiteX17" fmla="*/ 686671 w 1753471"/>
              <a:gd name="connsiteY17" fmla="*/ 203200 h 514350"/>
              <a:gd name="connsiteX18" fmla="*/ 667621 w 1753471"/>
              <a:gd name="connsiteY18" fmla="*/ 209550 h 514350"/>
              <a:gd name="connsiteX19" fmla="*/ 616821 w 1753471"/>
              <a:gd name="connsiteY19" fmla="*/ 215900 h 514350"/>
              <a:gd name="connsiteX20" fmla="*/ 591421 w 1753471"/>
              <a:gd name="connsiteY20" fmla="*/ 222250 h 514350"/>
              <a:gd name="connsiteX21" fmla="*/ 553321 w 1753471"/>
              <a:gd name="connsiteY21" fmla="*/ 228600 h 514350"/>
              <a:gd name="connsiteX22" fmla="*/ 439021 w 1753471"/>
              <a:gd name="connsiteY22" fmla="*/ 247650 h 514350"/>
              <a:gd name="connsiteX23" fmla="*/ 267571 w 1753471"/>
              <a:gd name="connsiteY23" fmla="*/ 241300 h 514350"/>
              <a:gd name="connsiteX24" fmla="*/ 229471 w 1753471"/>
              <a:gd name="connsiteY24" fmla="*/ 234950 h 514350"/>
              <a:gd name="connsiteX25" fmla="*/ 185021 w 1753471"/>
              <a:gd name="connsiteY25" fmla="*/ 196850 h 514350"/>
              <a:gd name="connsiteX26" fmla="*/ 140571 w 1753471"/>
              <a:gd name="connsiteY26" fmla="*/ 171450 h 514350"/>
              <a:gd name="connsiteX27" fmla="*/ 121521 w 1753471"/>
              <a:gd name="connsiteY27" fmla="*/ 152400 h 514350"/>
              <a:gd name="connsiteX28" fmla="*/ 102471 w 1753471"/>
              <a:gd name="connsiteY28" fmla="*/ 139700 h 514350"/>
              <a:gd name="connsiteX29" fmla="*/ 83421 w 1753471"/>
              <a:gd name="connsiteY29" fmla="*/ 114300 h 514350"/>
              <a:gd name="connsiteX30" fmla="*/ 45321 w 1753471"/>
              <a:gd name="connsiteY30" fmla="*/ 76200 h 514350"/>
              <a:gd name="connsiteX31" fmla="*/ 32621 w 1753471"/>
              <a:gd name="connsiteY31" fmla="*/ 50800 h 514350"/>
              <a:gd name="connsiteX32" fmla="*/ 13571 w 1753471"/>
              <a:gd name="connsiteY32" fmla="*/ 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753471" h="514350">
                <a:moveTo>
                  <a:pt x="1696321" y="514350"/>
                </a:moveTo>
                <a:cubicBezTo>
                  <a:pt x="1714272" y="491912"/>
                  <a:pt x="1732757" y="473351"/>
                  <a:pt x="1740771" y="444500"/>
                </a:cubicBezTo>
                <a:cubicBezTo>
                  <a:pt x="1747663" y="419689"/>
                  <a:pt x="1753471" y="368300"/>
                  <a:pt x="1753471" y="368300"/>
                </a:cubicBezTo>
                <a:cubicBezTo>
                  <a:pt x="1751625" y="346144"/>
                  <a:pt x="1751513" y="295344"/>
                  <a:pt x="1740771" y="266700"/>
                </a:cubicBezTo>
                <a:cubicBezTo>
                  <a:pt x="1734051" y="248779"/>
                  <a:pt x="1721774" y="229928"/>
                  <a:pt x="1709021" y="215900"/>
                </a:cubicBezTo>
                <a:cubicBezTo>
                  <a:pt x="1694926" y="200395"/>
                  <a:pt x="1683313" y="180821"/>
                  <a:pt x="1664571" y="171450"/>
                </a:cubicBezTo>
                <a:cubicBezTo>
                  <a:pt x="1656104" y="167217"/>
                  <a:pt x="1647390" y="163446"/>
                  <a:pt x="1639171" y="158750"/>
                </a:cubicBezTo>
                <a:cubicBezTo>
                  <a:pt x="1632545" y="154964"/>
                  <a:pt x="1626947" y="149463"/>
                  <a:pt x="1620121" y="146050"/>
                </a:cubicBezTo>
                <a:cubicBezTo>
                  <a:pt x="1611011" y="141495"/>
                  <a:pt x="1583809" y="135385"/>
                  <a:pt x="1575671" y="133350"/>
                </a:cubicBezTo>
                <a:cubicBezTo>
                  <a:pt x="1446040" y="46930"/>
                  <a:pt x="1557483" y="116016"/>
                  <a:pt x="1156571" y="127000"/>
                </a:cubicBezTo>
                <a:cubicBezTo>
                  <a:pt x="1135307" y="127583"/>
                  <a:pt x="1114213" y="131001"/>
                  <a:pt x="1093071" y="133350"/>
                </a:cubicBezTo>
                <a:cubicBezTo>
                  <a:pt x="1063918" y="136589"/>
                  <a:pt x="969090" y="149256"/>
                  <a:pt x="953371" y="152400"/>
                </a:cubicBezTo>
                <a:cubicBezTo>
                  <a:pt x="942788" y="154517"/>
                  <a:pt x="932157" y="156409"/>
                  <a:pt x="921621" y="158750"/>
                </a:cubicBezTo>
                <a:cubicBezTo>
                  <a:pt x="913102" y="160643"/>
                  <a:pt x="904799" y="163492"/>
                  <a:pt x="896221" y="165100"/>
                </a:cubicBezTo>
                <a:cubicBezTo>
                  <a:pt x="870912" y="169845"/>
                  <a:pt x="845380" y="173325"/>
                  <a:pt x="820021" y="177800"/>
                </a:cubicBezTo>
                <a:cubicBezTo>
                  <a:pt x="809392" y="179676"/>
                  <a:pt x="798890" y="182219"/>
                  <a:pt x="788271" y="184150"/>
                </a:cubicBezTo>
                <a:cubicBezTo>
                  <a:pt x="775603" y="186453"/>
                  <a:pt x="762826" y="188127"/>
                  <a:pt x="750171" y="190500"/>
                </a:cubicBezTo>
                <a:cubicBezTo>
                  <a:pt x="728955" y="194478"/>
                  <a:pt x="707149" y="196374"/>
                  <a:pt x="686671" y="203200"/>
                </a:cubicBezTo>
                <a:cubicBezTo>
                  <a:pt x="680321" y="205317"/>
                  <a:pt x="674207" y="208353"/>
                  <a:pt x="667621" y="209550"/>
                </a:cubicBezTo>
                <a:cubicBezTo>
                  <a:pt x="650831" y="212603"/>
                  <a:pt x="633654" y="213095"/>
                  <a:pt x="616821" y="215900"/>
                </a:cubicBezTo>
                <a:cubicBezTo>
                  <a:pt x="608213" y="217335"/>
                  <a:pt x="599979" y="220538"/>
                  <a:pt x="591421" y="222250"/>
                </a:cubicBezTo>
                <a:cubicBezTo>
                  <a:pt x="578796" y="224775"/>
                  <a:pt x="565976" y="226227"/>
                  <a:pt x="553321" y="228600"/>
                </a:cubicBezTo>
                <a:cubicBezTo>
                  <a:pt x="457041" y="246653"/>
                  <a:pt x="523926" y="237037"/>
                  <a:pt x="439021" y="247650"/>
                </a:cubicBezTo>
                <a:cubicBezTo>
                  <a:pt x="381871" y="245533"/>
                  <a:pt x="324655" y="244760"/>
                  <a:pt x="267571" y="241300"/>
                </a:cubicBezTo>
                <a:cubicBezTo>
                  <a:pt x="254719" y="240521"/>
                  <a:pt x="241425" y="239732"/>
                  <a:pt x="229471" y="234950"/>
                </a:cubicBezTo>
                <a:cubicBezTo>
                  <a:pt x="211178" y="227633"/>
                  <a:pt x="199428" y="208856"/>
                  <a:pt x="185021" y="196850"/>
                </a:cubicBezTo>
                <a:cubicBezTo>
                  <a:pt x="149025" y="166853"/>
                  <a:pt x="184047" y="202504"/>
                  <a:pt x="140571" y="171450"/>
                </a:cubicBezTo>
                <a:cubicBezTo>
                  <a:pt x="133263" y="166230"/>
                  <a:pt x="128420" y="158149"/>
                  <a:pt x="121521" y="152400"/>
                </a:cubicBezTo>
                <a:cubicBezTo>
                  <a:pt x="115658" y="147514"/>
                  <a:pt x="107867" y="145096"/>
                  <a:pt x="102471" y="139700"/>
                </a:cubicBezTo>
                <a:cubicBezTo>
                  <a:pt x="94987" y="132216"/>
                  <a:pt x="90501" y="122167"/>
                  <a:pt x="83421" y="114300"/>
                </a:cubicBezTo>
                <a:cubicBezTo>
                  <a:pt x="71406" y="100950"/>
                  <a:pt x="53353" y="92264"/>
                  <a:pt x="45321" y="76200"/>
                </a:cubicBezTo>
                <a:cubicBezTo>
                  <a:pt x="41088" y="67733"/>
                  <a:pt x="37491" y="58917"/>
                  <a:pt x="32621" y="50800"/>
                </a:cubicBezTo>
                <a:cubicBezTo>
                  <a:pt x="5869" y="6214"/>
                  <a:pt x="0" y="27142"/>
                  <a:pt x="13571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726250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*</a:t>
            </a:r>
            <a:r>
              <a:rPr lang="ko-KR" altLang="en-US" sz="1400" dirty="0" smtClean="0"/>
              <a:t>두수를 더해서 반환하는</a:t>
            </a:r>
            <a:r>
              <a:rPr lang="en-US" altLang="ko-KR" sz="1400" dirty="0" smtClean="0"/>
              <a:t> procedure</a:t>
            </a:r>
          </a:p>
          <a:p>
            <a:endParaRPr lang="en-US" altLang="ko-KR" sz="1400" dirty="0"/>
          </a:p>
          <a:p>
            <a:r>
              <a:rPr lang="en-US" altLang="ko-KR" sz="1400" dirty="0" smtClean="0"/>
              <a:t>  create or replace procedure plus( num number, num2 </a:t>
            </a:r>
            <a:r>
              <a:rPr lang="en-US" altLang="ko-KR" sz="1400" b="1" dirty="0" smtClean="0"/>
              <a:t>in</a:t>
            </a:r>
            <a:r>
              <a:rPr lang="en-US" altLang="ko-KR" sz="1400" dirty="0" smtClean="0"/>
              <a:t> number, result </a:t>
            </a:r>
            <a:r>
              <a:rPr lang="en-US" altLang="ko-KR" sz="1400" b="1" dirty="0" smtClean="0"/>
              <a:t>out</a:t>
            </a:r>
            <a:r>
              <a:rPr lang="en-US" altLang="ko-KR" sz="1400" dirty="0" smtClean="0"/>
              <a:t> number)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is</a:t>
            </a:r>
          </a:p>
          <a:p>
            <a:endParaRPr lang="en-US" altLang="ko-KR" sz="1400" dirty="0"/>
          </a:p>
          <a:p>
            <a:r>
              <a:rPr lang="en-US" altLang="ko-KR" sz="1400" dirty="0" smtClean="0"/>
              <a:t>  begin</a:t>
            </a:r>
          </a:p>
          <a:p>
            <a:r>
              <a:rPr lang="en-US" altLang="ko-KR" sz="1400" dirty="0" smtClean="0"/>
              <a:t>	result </a:t>
            </a:r>
            <a:r>
              <a:rPr lang="en-US" altLang="ko-KR" sz="1400" b="1" dirty="0" smtClean="0"/>
              <a:t>:=</a:t>
            </a:r>
            <a:r>
              <a:rPr lang="en-US" altLang="ko-KR" sz="1400" dirty="0" smtClean="0"/>
              <a:t> num+num2;</a:t>
            </a:r>
            <a:endParaRPr lang="en-US" altLang="ko-KR" sz="1400" dirty="0"/>
          </a:p>
          <a:p>
            <a:r>
              <a:rPr lang="en-US" altLang="ko-KR" sz="1400" dirty="0" smtClean="0"/>
              <a:t>  end;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/</a:t>
            </a:r>
            <a:endParaRPr lang="en-US" altLang="ko-KR" sz="1400" dirty="0"/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2. </a:t>
            </a:r>
            <a:r>
              <a:rPr lang="ko-KR" altLang="en-US" sz="1400" dirty="0" smtClean="0"/>
              <a:t>저장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plus_proc.sql</a:t>
            </a:r>
          </a:p>
          <a:p>
            <a:endParaRPr lang="en-US" altLang="ko-KR" sz="1400" dirty="0"/>
          </a:p>
          <a:p>
            <a:r>
              <a:rPr lang="en-US" altLang="ko-KR" sz="1400" dirty="0" smtClean="0"/>
              <a:t> 3.</a:t>
            </a:r>
            <a:r>
              <a:rPr lang="ko-KR" altLang="en-US" sz="1400" dirty="0" smtClean="0"/>
              <a:t>컴파일</a:t>
            </a:r>
            <a:r>
              <a:rPr lang="en-US" altLang="ko-KR" sz="1400" dirty="0"/>
              <a:t> 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@</a:t>
            </a:r>
            <a:r>
              <a:rPr lang="ko-KR" altLang="en-US" sz="1400" dirty="0" smtClean="0"/>
              <a:t>경로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파일명</a:t>
            </a:r>
            <a:r>
              <a:rPr lang="en-US" altLang="ko-KR" sz="1400" dirty="0" smtClean="0"/>
              <a:t>.</a:t>
            </a:r>
            <a:r>
              <a:rPr lang="en-US" altLang="ko-KR" sz="1400" dirty="0" err="1" smtClean="0"/>
              <a:t>sql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smtClean="0"/>
              <a:t>실행</a:t>
            </a:r>
            <a:r>
              <a:rPr lang="en-US" altLang="ko-KR" sz="1400" dirty="0" smtClean="0"/>
              <a:t>)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4.</a:t>
            </a:r>
            <a:r>
              <a:rPr lang="ko-KR" altLang="en-US" sz="1400" dirty="0" err="1" smtClean="0"/>
              <a:t>바인드</a:t>
            </a:r>
            <a:r>
              <a:rPr lang="ko-KR" altLang="en-US" sz="1400" dirty="0" smtClean="0"/>
              <a:t> 변수 선언 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sqlplus</a:t>
            </a:r>
            <a:r>
              <a:rPr lang="en-US" altLang="ko-KR" sz="1400" dirty="0" smtClean="0"/>
              <a:t> )</a:t>
            </a:r>
          </a:p>
          <a:p>
            <a:r>
              <a:rPr lang="en-US" altLang="ko-KR" sz="1400" dirty="0" smtClean="0"/>
              <a:t>    </a:t>
            </a:r>
            <a:r>
              <a:rPr lang="en-US" altLang="ko-KR" sz="1400" dirty="0" err="1" smtClean="0"/>
              <a:t>var</a:t>
            </a:r>
            <a:r>
              <a:rPr lang="en-US" altLang="ko-KR" sz="1400" dirty="0" smtClean="0"/>
              <a:t> result number</a:t>
            </a:r>
          </a:p>
          <a:p>
            <a:endParaRPr lang="en-US" altLang="ko-KR" sz="1400" dirty="0"/>
          </a:p>
          <a:p>
            <a:r>
              <a:rPr lang="en-US" altLang="ko-KR" sz="1400" dirty="0" smtClean="0"/>
              <a:t> 5.</a:t>
            </a:r>
            <a:r>
              <a:rPr lang="ko-KR" altLang="en-US" sz="1400" dirty="0" smtClean="0"/>
              <a:t>실행</a:t>
            </a:r>
            <a:r>
              <a:rPr lang="en-US" altLang="ko-KR" sz="1400" dirty="0" smtClean="0"/>
              <a:t>( </a:t>
            </a:r>
            <a:r>
              <a:rPr lang="ko-KR" altLang="en-US" sz="1400" dirty="0" smtClean="0"/>
              <a:t>직접실행</a:t>
            </a:r>
            <a:r>
              <a:rPr lang="en-US" altLang="ko-KR" sz="1400" dirty="0" smtClean="0"/>
              <a:t>)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exec plus( 10, 20 , 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:</a:t>
            </a:r>
            <a:r>
              <a:rPr lang="en-US" altLang="ko-KR" sz="1400" dirty="0" smtClean="0"/>
              <a:t>result )</a:t>
            </a:r>
          </a:p>
          <a:p>
            <a:endParaRPr lang="en-US" altLang="ko-KR" sz="1400" dirty="0"/>
          </a:p>
          <a:p>
            <a:r>
              <a:rPr lang="en-US" altLang="ko-KR" sz="1400" dirty="0" smtClean="0"/>
              <a:t>  6.</a:t>
            </a:r>
            <a:r>
              <a:rPr lang="ko-KR" altLang="en-US" sz="1400" dirty="0" err="1" smtClean="0"/>
              <a:t>바인드변수에</a:t>
            </a:r>
            <a:r>
              <a:rPr lang="ko-KR" altLang="en-US" sz="1400" dirty="0" smtClean="0"/>
              <a:t> 저장된 값 출력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print result</a:t>
            </a:r>
          </a:p>
          <a:p>
            <a:endParaRPr lang="en-US" altLang="ko-KR" sz="1400" dirty="0"/>
          </a:p>
          <a:p>
            <a:endParaRPr lang="en-US" altLang="ko-KR" sz="1400" dirty="0" smtClean="0"/>
          </a:p>
        </p:txBody>
      </p:sp>
      <p:sp>
        <p:nvSpPr>
          <p:cNvPr id="3" name="자유형 2"/>
          <p:cNvSpPr/>
          <p:nvPr/>
        </p:nvSpPr>
        <p:spPr>
          <a:xfrm>
            <a:off x="1543050" y="946150"/>
            <a:ext cx="4369982" cy="787400"/>
          </a:xfrm>
          <a:custGeom>
            <a:avLst/>
            <a:gdLst>
              <a:gd name="connsiteX0" fmla="*/ 0 w 4369982"/>
              <a:gd name="connsiteY0" fmla="*/ 787400 h 787400"/>
              <a:gd name="connsiteX1" fmla="*/ 12700 w 4369982"/>
              <a:gd name="connsiteY1" fmla="*/ 749300 h 787400"/>
              <a:gd name="connsiteX2" fmla="*/ 31750 w 4369982"/>
              <a:gd name="connsiteY2" fmla="*/ 723900 h 787400"/>
              <a:gd name="connsiteX3" fmla="*/ 44450 w 4369982"/>
              <a:gd name="connsiteY3" fmla="*/ 704850 h 787400"/>
              <a:gd name="connsiteX4" fmla="*/ 63500 w 4369982"/>
              <a:gd name="connsiteY4" fmla="*/ 685800 h 787400"/>
              <a:gd name="connsiteX5" fmla="*/ 82550 w 4369982"/>
              <a:gd name="connsiteY5" fmla="*/ 660400 h 787400"/>
              <a:gd name="connsiteX6" fmla="*/ 101600 w 4369982"/>
              <a:gd name="connsiteY6" fmla="*/ 647700 h 787400"/>
              <a:gd name="connsiteX7" fmla="*/ 158750 w 4369982"/>
              <a:gd name="connsiteY7" fmla="*/ 603250 h 787400"/>
              <a:gd name="connsiteX8" fmla="*/ 184150 w 4369982"/>
              <a:gd name="connsiteY8" fmla="*/ 596900 h 787400"/>
              <a:gd name="connsiteX9" fmla="*/ 241300 w 4369982"/>
              <a:gd name="connsiteY9" fmla="*/ 571500 h 787400"/>
              <a:gd name="connsiteX10" fmla="*/ 266700 w 4369982"/>
              <a:gd name="connsiteY10" fmla="*/ 565150 h 787400"/>
              <a:gd name="connsiteX11" fmla="*/ 292100 w 4369982"/>
              <a:gd name="connsiteY11" fmla="*/ 552450 h 787400"/>
              <a:gd name="connsiteX12" fmla="*/ 317500 w 4369982"/>
              <a:gd name="connsiteY12" fmla="*/ 546100 h 787400"/>
              <a:gd name="connsiteX13" fmla="*/ 406400 w 4369982"/>
              <a:gd name="connsiteY13" fmla="*/ 527050 h 787400"/>
              <a:gd name="connsiteX14" fmla="*/ 1524000 w 4369982"/>
              <a:gd name="connsiteY14" fmla="*/ 533400 h 787400"/>
              <a:gd name="connsiteX15" fmla="*/ 1631950 w 4369982"/>
              <a:gd name="connsiteY15" fmla="*/ 539750 h 787400"/>
              <a:gd name="connsiteX16" fmla="*/ 2279650 w 4369982"/>
              <a:gd name="connsiteY16" fmla="*/ 533400 h 787400"/>
              <a:gd name="connsiteX17" fmla="*/ 2336800 w 4369982"/>
              <a:gd name="connsiteY17" fmla="*/ 527050 h 787400"/>
              <a:gd name="connsiteX18" fmla="*/ 2368550 w 4369982"/>
              <a:gd name="connsiteY18" fmla="*/ 520700 h 787400"/>
              <a:gd name="connsiteX19" fmla="*/ 2451100 w 4369982"/>
              <a:gd name="connsiteY19" fmla="*/ 514350 h 787400"/>
              <a:gd name="connsiteX20" fmla="*/ 2501900 w 4369982"/>
              <a:gd name="connsiteY20" fmla="*/ 508000 h 787400"/>
              <a:gd name="connsiteX21" fmla="*/ 2705100 w 4369982"/>
              <a:gd name="connsiteY21" fmla="*/ 495300 h 787400"/>
              <a:gd name="connsiteX22" fmla="*/ 2749550 w 4369982"/>
              <a:gd name="connsiteY22" fmla="*/ 482600 h 787400"/>
              <a:gd name="connsiteX23" fmla="*/ 2800350 w 4369982"/>
              <a:gd name="connsiteY23" fmla="*/ 476250 h 787400"/>
              <a:gd name="connsiteX24" fmla="*/ 2863850 w 4369982"/>
              <a:gd name="connsiteY24" fmla="*/ 463550 h 787400"/>
              <a:gd name="connsiteX25" fmla="*/ 2914650 w 4369982"/>
              <a:gd name="connsiteY25" fmla="*/ 450850 h 787400"/>
              <a:gd name="connsiteX26" fmla="*/ 2940050 w 4369982"/>
              <a:gd name="connsiteY26" fmla="*/ 444500 h 787400"/>
              <a:gd name="connsiteX27" fmla="*/ 3048000 w 4369982"/>
              <a:gd name="connsiteY27" fmla="*/ 425450 h 787400"/>
              <a:gd name="connsiteX28" fmla="*/ 3105150 w 4369982"/>
              <a:gd name="connsiteY28" fmla="*/ 406400 h 787400"/>
              <a:gd name="connsiteX29" fmla="*/ 3124200 w 4369982"/>
              <a:gd name="connsiteY29" fmla="*/ 400050 h 787400"/>
              <a:gd name="connsiteX30" fmla="*/ 3162300 w 4369982"/>
              <a:gd name="connsiteY30" fmla="*/ 393700 h 787400"/>
              <a:gd name="connsiteX31" fmla="*/ 3194050 w 4369982"/>
              <a:gd name="connsiteY31" fmla="*/ 387350 h 787400"/>
              <a:gd name="connsiteX32" fmla="*/ 3219450 w 4369982"/>
              <a:gd name="connsiteY32" fmla="*/ 381000 h 787400"/>
              <a:gd name="connsiteX33" fmla="*/ 3263900 w 4369982"/>
              <a:gd name="connsiteY33" fmla="*/ 374650 h 787400"/>
              <a:gd name="connsiteX34" fmla="*/ 3308350 w 4369982"/>
              <a:gd name="connsiteY34" fmla="*/ 361950 h 787400"/>
              <a:gd name="connsiteX35" fmla="*/ 3352800 w 4369982"/>
              <a:gd name="connsiteY35" fmla="*/ 349250 h 787400"/>
              <a:gd name="connsiteX36" fmla="*/ 3384550 w 4369982"/>
              <a:gd name="connsiteY36" fmla="*/ 342900 h 787400"/>
              <a:gd name="connsiteX37" fmla="*/ 3448050 w 4369982"/>
              <a:gd name="connsiteY37" fmla="*/ 323850 h 787400"/>
              <a:gd name="connsiteX38" fmla="*/ 3467100 w 4369982"/>
              <a:gd name="connsiteY38" fmla="*/ 311150 h 787400"/>
              <a:gd name="connsiteX39" fmla="*/ 3530600 w 4369982"/>
              <a:gd name="connsiteY39" fmla="*/ 292100 h 787400"/>
              <a:gd name="connsiteX40" fmla="*/ 3556000 w 4369982"/>
              <a:gd name="connsiteY40" fmla="*/ 279400 h 787400"/>
              <a:gd name="connsiteX41" fmla="*/ 3581400 w 4369982"/>
              <a:gd name="connsiteY41" fmla="*/ 273050 h 787400"/>
              <a:gd name="connsiteX42" fmla="*/ 3632200 w 4369982"/>
              <a:gd name="connsiteY42" fmla="*/ 254000 h 787400"/>
              <a:gd name="connsiteX43" fmla="*/ 3657600 w 4369982"/>
              <a:gd name="connsiteY43" fmla="*/ 247650 h 787400"/>
              <a:gd name="connsiteX44" fmla="*/ 3676650 w 4369982"/>
              <a:gd name="connsiteY44" fmla="*/ 241300 h 787400"/>
              <a:gd name="connsiteX45" fmla="*/ 3708400 w 4369982"/>
              <a:gd name="connsiteY45" fmla="*/ 234950 h 787400"/>
              <a:gd name="connsiteX46" fmla="*/ 3765550 w 4369982"/>
              <a:gd name="connsiteY46" fmla="*/ 222250 h 787400"/>
              <a:gd name="connsiteX47" fmla="*/ 3790950 w 4369982"/>
              <a:gd name="connsiteY47" fmla="*/ 209550 h 787400"/>
              <a:gd name="connsiteX48" fmla="*/ 3822700 w 4369982"/>
              <a:gd name="connsiteY48" fmla="*/ 203200 h 787400"/>
              <a:gd name="connsiteX49" fmla="*/ 3879850 w 4369982"/>
              <a:gd name="connsiteY49" fmla="*/ 190500 h 787400"/>
              <a:gd name="connsiteX50" fmla="*/ 3937000 w 4369982"/>
              <a:gd name="connsiteY50" fmla="*/ 165100 h 787400"/>
              <a:gd name="connsiteX51" fmla="*/ 3962400 w 4369982"/>
              <a:gd name="connsiteY51" fmla="*/ 158750 h 787400"/>
              <a:gd name="connsiteX52" fmla="*/ 4000500 w 4369982"/>
              <a:gd name="connsiteY52" fmla="*/ 146050 h 787400"/>
              <a:gd name="connsiteX53" fmla="*/ 4057650 w 4369982"/>
              <a:gd name="connsiteY53" fmla="*/ 127000 h 787400"/>
              <a:gd name="connsiteX54" fmla="*/ 4076700 w 4369982"/>
              <a:gd name="connsiteY54" fmla="*/ 120650 h 787400"/>
              <a:gd name="connsiteX55" fmla="*/ 4102100 w 4369982"/>
              <a:gd name="connsiteY55" fmla="*/ 114300 h 787400"/>
              <a:gd name="connsiteX56" fmla="*/ 4127500 w 4369982"/>
              <a:gd name="connsiteY56" fmla="*/ 101600 h 787400"/>
              <a:gd name="connsiteX57" fmla="*/ 4165600 w 4369982"/>
              <a:gd name="connsiteY57" fmla="*/ 88900 h 787400"/>
              <a:gd name="connsiteX58" fmla="*/ 4210050 w 4369982"/>
              <a:gd name="connsiteY58" fmla="*/ 76200 h 787400"/>
              <a:gd name="connsiteX59" fmla="*/ 4229100 w 4369982"/>
              <a:gd name="connsiteY59" fmla="*/ 63500 h 787400"/>
              <a:gd name="connsiteX60" fmla="*/ 4286250 w 4369982"/>
              <a:gd name="connsiteY60" fmla="*/ 44450 h 787400"/>
              <a:gd name="connsiteX61" fmla="*/ 4305300 w 4369982"/>
              <a:gd name="connsiteY61" fmla="*/ 38100 h 787400"/>
              <a:gd name="connsiteX62" fmla="*/ 4324350 w 4369982"/>
              <a:gd name="connsiteY62" fmla="*/ 25400 h 787400"/>
              <a:gd name="connsiteX63" fmla="*/ 4368800 w 4369982"/>
              <a:gd name="connsiteY63" fmla="*/ 0 h 7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369982" h="787400">
                <a:moveTo>
                  <a:pt x="0" y="787400"/>
                </a:moveTo>
                <a:cubicBezTo>
                  <a:pt x="4233" y="774700"/>
                  <a:pt x="4668" y="760010"/>
                  <a:pt x="12700" y="749300"/>
                </a:cubicBezTo>
                <a:cubicBezTo>
                  <a:pt x="19050" y="740833"/>
                  <a:pt x="25599" y="732512"/>
                  <a:pt x="31750" y="723900"/>
                </a:cubicBezTo>
                <a:cubicBezTo>
                  <a:pt x="36186" y="717690"/>
                  <a:pt x="39564" y="710713"/>
                  <a:pt x="44450" y="704850"/>
                </a:cubicBezTo>
                <a:cubicBezTo>
                  <a:pt x="50199" y="697951"/>
                  <a:pt x="57656" y="692618"/>
                  <a:pt x="63500" y="685800"/>
                </a:cubicBezTo>
                <a:cubicBezTo>
                  <a:pt x="70388" y="677765"/>
                  <a:pt x="75066" y="667884"/>
                  <a:pt x="82550" y="660400"/>
                </a:cubicBezTo>
                <a:cubicBezTo>
                  <a:pt x="87946" y="655004"/>
                  <a:pt x="95737" y="652586"/>
                  <a:pt x="101600" y="647700"/>
                </a:cubicBezTo>
                <a:cubicBezTo>
                  <a:pt x="120818" y="631685"/>
                  <a:pt x="131237" y="610128"/>
                  <a:pt x="158750" y="603250"/>
                </a:cubicBezTo>
                <a:cubicBezTo>
                  <a:pt x="167217" y="601133"/>
                  <a:pt x="175978" y="599964"/>
                  <a:pt x="184150" y="596900"/>
                </a:cubicBezTo>
                <a:cubicBezTo>
                  <a:pt x="272666" y="563707"/>
                  <a:pt x="137036" y="606255"/>
                  <a:pt x="241300" y="571500"/>
                </a:cubicBezTo>
                <a:cubicBezTo>
                  <a:pt x="249579" y="568740"/>
                  <a:pt x="258528" y="568214"/>
                  <a:pt x="266700" y="565150"/>
                </a:cubicBezTo>
                <a:cubicBezTo>
                  <a:pt x="275563" y="561826"/>
                  <a:pt x="283237" y="555774"/>
                  <a:pt x="292100" y="552450"/>
                </a:cubicBezTo>
                <a:cubicBezTo>
                  <a:pt x="300272" y="549386"/>
                  <a:pt x="308966" y="547929"/>
                  <a:pt x="317500" y="546100"/>
                </a:cubicBezTo>
                <a:cubicBezTo>
                  <a:pt x="418381" y="524483"/>
                  <a:pt x="348405" y="541549"/>
                  <a:pt x="406400" y="527050"/>
                </a:cubicBezTo>
                <a:lnTo>
                  <a:pt x="1524000" y="533400"/>
                </a:lnTo>
                <a:cubicBezTo>
                  <a:pt x="1560044" y="533774"/>
                  <a:pt x="1595904" y="539750"/>
                  <a:pt x="1631950" y="539750"/>
                </a:cubicBezTo>
                <a:lnTo>
                  <a:pt x="2279650" y="533400"/>
                </a:lnTo>
                <a:cubicBezTo>
                  <a:pt x="2298700" y="531283"/>
                  <a:pt x="2317825" y="529761"/>
                  <a:pt x="2336800" y="527050"/>
                </a:cubicBezTo>
                <a:cubicBezTo>
                  <a:pt x="2347484" y="525524"/>
                  <a:pt x="2357823" y="521892"/>
                  <a:pt x="2368550" y="520700"/>
                </a:cubicBezTo>
                <a:cubicBezTo>
                  <a:pt x="2395979" y="517652"/>
                  <a:pt x="2423626" y="516967"/>
                  <a:pt x="2451100" y="514350"/>
                </a:cubicBezTo>
                <a:cubicBezTo>
                  <a:pt x="2468088" y="512732"/>
                  <a:pt x="2484912" y="509618"/>
                  <a:pt x="2501900" y="508000"/>
                </a:cubicBezTo>
                <a:cubicBezTo>
                  <a:pt x="2571858" y="501337"/>
                  <a:pt x="2633860" y="499049"/>
                  <a:pt x="2705100" y="495300"/>
                </a:cubicBezTo>
                <a:cubicBezTo>
                  <a:pt x="2720199" y="490267"/>
                  <a:pt x="2733603" y="485258"/>
                  <a:pt x="2749550" y="482600"/>
                </a:cubicBezTo>
                <a:cubicBezTo>
                  <a:pt x="2766383" y="479795"/>
                  <a:pt x="2783417" y="478367"/>
                  <a:pt x="2800350" y="476250"/>
                </a:cubicBezTo>
                <a:cubicBezTo>
                  <a:pt x="2843388" y="461904"/>
                  <a:pt x="2790884" y="478143"/>
                  <a:pt x="2863850" y="463550"/>
                </a:cubicBezTo>
                <a:cubicBezTo>
                  <a:pt x="2880966" y="460127"/>
                  <a:pt x="2897717" y="455083"/>
                  <a:pt x="2914650" y="450850"/>
                </a:cubicBezTo>
                <a:cubicBezTo>
                  <a:pt x="2923117" y="448733"/>
                  <a:pt x="2931410" y="445734"/>
                  <a:pt x="2940050" y="444500"/>
                </a:cubicBezTo>
                <a:cubicBezTo>
                  <a:pt x="2963709" y="441120"/>
                  <a:pt x="3030627" y="432399"/>
                  <a:pt x="3048000" y="425450"/>
                </a:cubicBezTo>
                <a:cubicBezTo>
                  <a:pt x="3102734" y="403557"/>
                  <a:pt x="3057299" y="420072"/>
                  <a:pt x="3105150" y="406400"/>
                </a:cubicBezTo>
                <a:cubicBezTo>
                  <a:pt x="3111586" y="404561"/>
                  <a:pt x="3117666" y="401502"/>
                  <a:pt x="3124200" y="400050"/>
                </a:cubicBezTo>
                <a:cubicBezTo>
                  <a:pt x="3136769" y="397257"/>
                  <a:pt x="3149632" y="396003"/>
                  <a:pt x="3162300" y="393700"/>
                </a:cubicBezTo>
                <a:cubicBezTo>
                  <a:pt x="3172919" y="391769"/>
                  <a:pt x="3183514" y="389691"/>
                  <a:pt x="3194050" y="387350"/>
                </a:cubicBezTo>
                <a:cubicBezTo>
                  <a:pt x="3202569" y="385457"/>
                  <a:pt x="3210864" y="382561"/>
                  <a:pt x="3219450" y="381000"/>
                </a:cubicBezTo>
                <a:cubicBezTo>
                  <a:pt x="3234176" y="378323"/>
                  <a:pt x="3249083" y="376767"/>
                  <a:pt x="3263900" y="374650"/>
                </a:cubicBezTo>
                <a:cubicBezTo>
                  <a:pt x="3309575" y="359425"/>
                  <a:pt x="3252536" y="377897"/>
                  <a:pt x="3308350" y="361950"/>
                </a:cubicBezTo>
                <a:cubicBezTo>
                  <a:pt x="3345475" y="351343"/>
                  <a:pt x="3308135" y="359176"/>
                  <a:pt x="3352800" y="349250"/>
                </a:cubicBezTo>
                <a:cubicBezTo>
                  <a:pt x="3363336" y="346909"/>
                  <a:pt x="3374212" y="346001"/>
                  <a:pt x="3384550" y="342900"/>
                </a:cubicBezTo>
                <a:cubicBezTo>
                  <a:pt x="3468092" y="317837"/>
                  <a:pt x="3365571" y="340346"/>
                  <a:pt x="3448050" y="323850"/>
                </a:cubicBezTo>
                <a:cubicBezTo>
                  <a:pt x="3454400" y="319617"/>
                  <a:pt x="3460126" y="314250"/>
                  <a:pt x="3467100" y="311150"/>
                </a:cubicBezTo>
                <a:cubicBezTo>
                  <a:pt x="3545262" y="276411"/>
                  <a:pt x="3471493" y="314265"/>
                  <a:pt x="3530600" y="292100"/>
                </a:cubicBezTo>
                <a:cubicBezTo>
                  <a:pt x="3539463" y="288776"/>
                  <a:pt x="3547137" y="282724"/>
                  <a:pt x="3556000" y="279400"/>
                </a:cubicBezTo>
                <a:cubicBezTo>
                  <a:pt x="3564172" y="276336"/>
                  <a:pt x="3573121" y="275810"/>
                  <a:pt x="3581400" y="273050"/>
                </a:cubicBezTo>
                <a:cubicBezTo>
                  <a:pt x="3621659" y="259630"/>
                  <a:pt x="3600989" y="262917"/>
                  <a:pt x="3632200" y="254000"/>
                </a:cubicBezTo>
                <a:cubicBezTo>
                  <a:pt x="3640591" y="251602"/>
                  <a:pt x="3649209" y="250048"/>
                  <a:pt x="3657600" y="247650"/>
                </a:cubicBezTo>
                <a:cubicBezTo>
                  <a:pt x="3664036" y="245811"/>
                  <a:pt x="3670156" y="242923"/>
                  <a:pt x="3676650" y="241300"/>
                </a:cubicBezTo>
                <a:cubicBezTo>
                  <a:pt x="3687121" y="238682"/>
                  <a:pt x="3697864" y="237291"/>
                  <a:pt x="3708400" y="234950"/>
                </a:cubicBezTo>
                <a:cubicBezTo>
                  <a:pt x="3789109" y="217015"/>
                  <a:pt x="3669791" y="241402"/>
                  <a:pt x="3765550" y="222250"/>
                </a:cubicBezTo>
                <a:cubicBezTo>
                  <a:pt x="3774017" y="218017"/>
                  <a:pt x="3781970" y="212543"/>
                  <a:pt x="3790950" y="209550"/>
                </a:cubicBezTo>
                <a:cubicBezTo>
                  <a:pt x="3801189" y="206137"/>
                  <a:pt x="3812164" y="205541"/>
                  <a:pt x="3822700" y="203200"/>
                </a:cubicBezTo>
                <a:cubicBezTo>
                  <a:pt x="3903409" y="185265"/>
                  <a:pt x="3784091" y="209652"/>
                  <a:pt x="3879850" y="190500"/>
                </a:cubicBezTo>
                <a:cubicBezTo>
                  <a:pt x="3901979" y="179436"/>
                  <a:pt x="3912677" y="173208"/>
                  <a:pt x="3937000" y="165100"/>
                </a:cubicBezTo>
                <a:cubicBezTo>
                  <a:pt x="3945279" y="162340"/>
                  <a:pt x="3954041" y="161258"/>
                  <a:pt x="3962400" y="158750"/>
                </a:cubicBezTo>
                <a:cubicBezTo>
                  <a:pt x="3975222" y="154903"/>
                  <a:pt x="3987800" y="150283"/>
                  <a:pt x="4000500" y="146050"/>
                </a:cubicBezTo>
                <a:lnTo>
                  <a:pt x="4057650" y="127000"/>
                </a:lnTo>
                <a:cubicBezTo>
                  <a:pt x="4064000" y="124883"/>
                  <a:pt x="4070206" y="122273"/>
                  <a:pt x="4076700" y="120650"/>
                </a:cubicBezTo>
                <a:cubicBezTo>
                  <a:pt x="4085167" y="118533"/>
                  <a:pt x="4093928" y="117364"/>
                  <a:pt x="4102100" y="114300"/>
                </a:cubicBezTo>
                <a:cubicBezTo>
                  <a:pt x="4110963" y="110976"/>
                  <a:pt x="4118711" y="105116"/>
                  <a:pt x="4127500" y="101600"/>
                </a:cubicBezTo>
                <a:cubicBezTo>
                  <a:pt x="4139929" y="96628"/>
                  <a:pt x="4152778" y="92747"/>
                  <a:pt x="4165600" y="88900"/>
                </a:cubicBezTo>
                <a:cubicBezTo>
                  <a:pt x="4175773" y="85848"/>
                  <a:pt x="4199380" y="81535"/>
                  <a:pt x="4210050" y="76200"/>
                </a:cubicBezTo>
                <a:cubicBezTo>
                  <a:pt x="4216876" y="72787"/>
                  <a:pt x="4222126" y="66600"/>
                  <a:pt x="4229100" y="63500"/>
                </a:cubicBezTo>
                <a:lnTo>
                  <a:pt x="4286250" y="44450"/>
                </a:lnTo>
                <a:cubicBezTo>
                  <a:pt x="4292600" y="42333"/>
                  <a:pt x="4299731" y="41813"/>
                  <a:pt x="4305300" y="38100"/>
                </a:cubicBezTo>
                <a:cubicBezTo>
                  <a:pt x="4311650" y="33867"/>
                  <a:pt x="4317376" y="28500"/>
                  <a:pt x="4324350" y="25400"/>
                </a:cubicBezTo>
                <a:cubicBezTo>
                  <a:pt x="4369982" y="5119"/>
                  <a:pt x="4355388" y="26825"/>
                  <a:pt x="436880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자유형 4"/>
          <p:cNvSpPr/>
          <p:nvPr/>
        </p:nvSpPr>
        <p:spPr>
          <a:xfrm>
            <a:off x="6115050" y="614057"/>
            <a:ext cx="251436" cy="173343"/>
          </a:xfrm>
          <a:custGeom>
            <a:avLst/>
            <a:gdLst>
              <a:gd name="connsiteX0" fmla="*/ 0 w 251436"/>
              <a:gd name="connsiteY0" fmla="*/ 173343 h 173343"/>
              <a:gd name="connsiteX1" fmla="*/ 19050 w 251436"/>
              <a:gd name="connsiteY1" fmla="*/ 147943 h 173343"/>
              <a:gd name="connsiteX2" fmla="*/ 57150 w 251436"/>
              <a:gd name="connsiteY2" fmla="*/ 122543 h 173343"/>
              <a:gd name="connsiteX3" fmla="*/ 76200 w 251436"/>
              <a:gd name="connsiteY3" fmla="*/ 109843 h 173343"/>
              <a:gd name="connsiteX4" fmla="*/ 114300 w 251436"/>
              <a:gd name="connsiteY4" fmla="*/ 84443 h 173343"/>
              <a:gd name="connsiteX5" fmla="*/ 133350 w 251436"/>
              <a:gd name="connsiteY5" fmla="*/ 71743 h 173343"/>
              <a:gd name="connsiteX6" fmla="*/ 152400 w 251436"/>
              <a:gd name="connsiteY6" fmla="*/ 65393 h 173343"/>
              <a:gd name="connsiteX7" fmla="*/ 203200 w 251436"/>
              <a:gd name="connsiteY7" fmla="*/ 27293 h 173343"/>
              <a:gd name="connsiteX8" fmla="*/ 222250 w 251436"/>
              <a:gd name="connsiteY8" fmla="*/ 14593 h 173343"/>
              <a:gd name="connsiteX9" fmla="*/ 247650 w 251436"/>
              <a:gd name="connsiteY9" fmla="*/ 1893 h 17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1436" h="173343">
                <a:moveTo>
                  <a:pt x="0" y="173343"/>
                </a:moveTo>
                <a:cubicBezTo>
                  <a:pt x="6350" y="164876"/>
                  <a:pt x="11140" y="154974"/>
                  <a:pt x="19050" y="147943"/>
                </a:cubicBezTo>
                <a:cubicBezTo>
                  <a:pt x="30458" y="137802"/>
                  <a:pt x="44450" y="131010"/>
                  <a:pt x="57150" y="122543"/>
                </a:cubicBezTo>
                <a:lnTo>
                  <a:pt x="76200" y="109843"/>
                </a:lnTo>
                <a:lnTo>
                  <a:pt x="114300" y="84443"/>
                </a:lnTo>
                <a:cubicBezTo>
                  <a:pt x="120650" y="80210"/>
                  <a:pt x="126110" y="74156"/>
                  <a:pt x="133350" y="71743"/>
                </a:cubicBezTo>
                <a:lnTo>
                  <a:pt x="152400" y="65393"/>
                </a:lnTo>
                <a:cubicBezTo>
                  <a:pt x="169333" y="52693"/>
                  <a:pt x="185588" y="39034"/>
                  <a:pt x="203200" y="27293"/>
                </a:cubicBezTo>
                <a:cubicBezTo>
                  <a:pt x="209550" y="23060"/>
                  <a:pt x="215424" y="18006"/>
                  <a:pt x="222250" y="14593"/>
                </a:cubicBezTo>
                <a:cubicBezTo>
                  <a:pt x="251436" y="0"/>
                  <a:pt x="233304" y="16239"/>
                  <a:pt x="247650" y="1893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 5"/>
          <p:cNvSpPr/>
          <p:nvPr/>
        </p:nvSpPr>
        <p:spPr>
          <a:xfrm>
            <a:off x="1225550" y="444500"/>
            <a:ext cx="6680200" cy="4451350"/>
          </a:xfrm>
          <a:custGeom>
            <a:avLst/>
            <a:gdLst>
              <a:gd name="connsiteX0" fmla="*/ 0 w 6680200"/>
              <a:gd name="connsiteY0" fmla="*/ 4451350 h 4451350"/>
              <a:gd name="connsiteX1" fmla="*/ 19050 w 6680200"/>
              <a:gd name="connsiteY1" fmla="*/ 4432300 h 4451350"/>
              <a:gd name="connsiteX2" fmla="*/ 44450 w 6680200"/>
              <a:gd name="connsiteY2" fmla="*/ 4419600 h 4451350"/>
              <a:gd name="connsiteX3" fmla="*/ 63500 w 6680200"/>
              <a:gd name="connsiteY3" fmla="*/ 4406900 h 4451350"/>
              <a:gd name="connsiteX4" fmla="*/ 120650 w 6680200"/>
              <a:gd name="connsiteY4" fmla="*/ 4387850 h 4451350"/>
              <a:gd name="connsiteX5" fmla="*/ 139700 w 6680200"/>
              <a:gd name="connsiteY5" fmla="*/ 4381500 h 4451350"/>
              <a:gd name="connsiteX6" fmla="*/ 158750 w 6680200"/>
              <a:gd name="connsiteY6" fmla="*/ 4375150 h 4451350"/>
              <a:gd name="connsiteX7" fmla="*/ 190500 w 6680200"/>
              <a:gd name="connsiteY7" fmla="*/ 4368800 h 4451350"/>
              <a:gd name="connsiteX8" fmla="*/ 228600 w 6680200"/>
              <a:gd name="connsiteY8" fmla="*/ 4356100 h 4451350"/>
              <a:gd name="connsiteX9" fmla="*/ 254000 w 6680200"/>
              <a:gd name="connsiteY9" fmla="*/ 4349750 h 4451350"/>
              <a:gd name="connsiteX10" fmla="*/ 292100 w 6680200"/>
              <a:gd name="connsiteY10" fmla="*/ 4343400 h 4451350"/>
              <a:gd name="connsiteX11" fmla="*/ 355600 w 6680200"/>
              <a:gd name="connsiteY11" fmla="*/ 4330700 h 4451350"/>
              <a:gd name="connsiteX12" fmla="*/ 488950 w 6680200"/>
              <a:gd name="connsiteY12" fmla="*/ 4324350 h 4451350"/>
              <a:gd name="connsiteX13" fmla="*/ 596900 w 6680200"/>
              <a:gd name="connsiteY13" fmla="*/ 4311650 h 4451350"/>
              <a:gd name="connsiteX14" fmla="*/ 666750 w 6680200"/>
              <a:gd name="connsiteY14" fmla="*/ 4305300 h 4451350"/>
              <a:gd name="connsiteX15" fmla="*/ 889000 w 6680200"/>
              <a:gd name="connsiteY15" fmla="*/ 4286250 h 4451350"/>
              <a:gd name="connsiteX16" fmla="*/ 1778000 w 6680200"/>
              <a:gd name="connsiteY16" fmla="*/ 4273550 h 4451350"/>
              <a:gd name="connsiteX17" fmla="*/ 1936750 w 6680200"/>
              <a:gd name="connsiteY17" fmla="*/ 4260850 h 4451350"/>
              <a:gd name="connsiteX18" fmla="*/ 1974850 w 6680200"/>
              <a:gd name="connsiteY18" fmla="*/ 4254500 h 4451350"/>
              <a:gd name="connsiteX19" fmla="*/ 2006600 w 6680200"/>
              <a:gd name="connsiteY19" fmla="*/ 4248150 h 4451350"/>
              <a:gd name="connsiteX20" fmla="*/ 2159000 w 6680200"/>
              <a:gd name="connsiteY20" fmla="*/ 4235450 h 4451350"/>
              <a:gd name="connsiteX21" fmla="*/ 2222500 w 6680200"/>
              <a:gd name="connsiteY21" fmla="*/ 4222750 h 4451350"/>
              <a:gd name="connsiteX22" fmla="*/ 2279650 w 6680200"/>
              <a:gd name="connsiteY22" fmla="*/ 4216400 h 4451350"/>
              <a:gd name="connsiteX23" fmla="*/ 2330450 w 6680200"/>
              <a:gd name="connsiteY23" fmla="*/ 4210050 h 4451350"/>
              <a:gd name="connsiteX24" fmla="*/ 2400300 w 6680200"/>
              <a:gd name="connsiteY24" fmla="*/ 4203700 h 4451350"/>
              <a:gd name="connsiteX25" fmla="*/ 2438400 w 6680200"/>
              <a:gd name="connsiteY25" fmla="*/ 4191000 h 4451350"/>
              <a:gd name="connsiteX26" fmla="*/ 2578100 w 6680200"/>
              <a:gd name="connsiteY26" fmla="*/ 4171950 h 4451350"/>
              <a:gd name="connsiteX27" fmla="*/ 2647950 w 6680200"/>
              <a:gd name="connsiteY27" fmla="*/ 4159250 h 4451350"/>
              <a:gd name="connsiteX28" fmla="*/ 2724150 w 6680200"/>
              <a:gd name="connsiteY28" fmla="*/ 4146550 h 4451350"/>
              <a:gd name="connsiteX29" fmla="*/ 2762250 w 6680200"/>
              <a:gd name="connsiteY29" fmla="*/ 4133850 h 4451350"/>
              <a:gd name="connsiteX30" fmla="*/ 2800350 w 6680200"/>
              <a:gd name="connsiteY30" fmla="*/ 4127500 h 4451350"/>
              <a:gd name="connsiteX31" fmla="*/ 2876550 w 6680200"/>
              <a:gd name="connsiteY31" fmla="*/ 4114800 h 4451350"/>
              <a:gd name="connsiteX32" fmla="*/ 2914650 w 6680200"/>
              <a:gd name="connsiteY32" fmla="*/ 4102100 h 4451350"/>
              <a:gd name="connsiteX33" fmla="*/ 2952750 w 6680200"/>
              <a:gd name="connsiteY33" fmla="*/ 4095750 h 4451350"/>
              <a:gd name="connsiteX34" fmla="*/ 3028950 w 6680200"/>
              <a:gd name="connsiteY34" fmla="*/ 4076700 h 4451350"/>
              <a:gd name="connsiteX35" fmla="*/ 3073400 w 6680200"/>
              <a:gd name="connsiteY35" fmla="*/ 4057650 h 4451350"/>
              <a:gd name="connsiteX36" fmla="*/ 3111500 w 6680200"/>
              <a:gd name="connsiteY36" fmla="*/ 4051300 h 4451350"/>
              <a:gd name="connsiteX37" fmla="*/ 3175000 w 6680200"/>
              <a:gd name="connsiteY37" fmla="*/ 4038600 h 4451350"/>
              <a:gd name="connsiteX38" fmla="*/ 3219450 w 6680200"/>
              <a:gd name="connsiteY38" fmla="*/ 4025900 h 4451350"/>
              <a:gd name="connsiteX39" fmla="*/ 3321050 w 6680200"/>
              <a:gd name="connsiteY39" fmla="*/ 4000500 h 4451350"/>
              <a:gd name="connsiteX40" fmla="*/ 3409950 w 6680200"/>
              <a:gd name="connsiteY40" fmla="*/ 3975100 h 4451350"/>
              <a:gd name="connsiteX41" fmla="*/ 3460750 w 6680200"/>
              <a:gd name="connsiteY41" fmla="*/ 3962400 h 4451350"/>
              <a:gd name="connsiteX42" fmla="*/ 3517900 w 6680200"/>
              <a:gd name="connsiteY42" fmla="*/ 3949700 h 4451350"/>
              <a:gd name="connsiteX43" fmla="*/ 3536950 w 6680200"/>
              <a:gd name="connsiteY43" fmla="*/ 3943350 h 4451350"/>
              <a:gd name="connsiteX44" fmla="*/ 3587750 w 6680200"/>
              <a:gd name="connsiteY44" fmla="*/ 3930650 h 4451350"/>
              <a:gd name="connsiteX45" fmla="*/ 3619500 w 6680200"/>
              <a:gd name="connsiteY45" fmla="*/ 3917950 h 4451350"/>
              <a:gd name="connsiteX46" fmla="*/ 3708400 w 6680200"/>
              <a:gd name="connsiteY46" fmla="*/ 3892550 h 4451350"/>
              <a:gd name="connsiteX47" fmla="*/ 3740150 w 6680200"/>
              <a:gd name="connsiteY47" fmla="*/ 3879850 h 4451350"/>
              <a:gd name="connsiteX48" fmla="*/ 3778250 w 6680200"/>
              <a:gd name="connsiteY48" fmla="*/ 3860800 h 4451350"/>
              <a:gd name="connsiteX49" fmla="*/ 3841750 w 6680200"/>
              <a:gd name="connsiteY49" fmla="*/ 3848100 h 4451350"/>
              <a:gd name="connsiteX50" fmla="*/ 3879850 w 6680200"/>
              <a:gd name="connsiteY50" fmla="*/ 3835400 h 4451350"/>
              <a:gd name="connsiteX51" fmla="*/ 4000500 w 6680200"/>
              <a:gd name="connsiteY51" fmla="*/ 3803650 h 4451350"/>
              <a:gd name="connsiteX52" fmla="*/ 4146550 w 6680200"/>
              <a:gd name="connsiteY52" fmla="*/ 3765550 h 4451350"/>
              <a:gd name="connsiteX53" fmla="*/ 4191000 w 6680200"/>
              <a:gd name="connsiteY53" fmla="*/ 3752850 h 4451350"/>
              <a:gd name="connsiteX54" fmla="*/ 4229100 w 6680200"/>
              <a:gd name="connsiteY54" fmla="*/ 3740150 h 4451350"/>
              <a:gd name="connsiteX55" fmla="*/ 4260850 w 6680200"/>
              <a:gd name="connsiteY55" fmla="*/ 3733800 h 4451350"/>
              <a:gd name="connsiteX56" fmla="*/ 4286250 w 6680200"/>
              <a:gd name="connsiteY56" fmla="*/ 3721100 h 4451350"/>
              <a:gd name="connsiteX57" fmla="*/ 4330700 w 6680200"/>
              <a:gd name="connsiteY57" fmla="*/ 3708400 h 4451350"/>
              <a:gd name="connsiteX58" fmla="*/ 4349750 w 6680200"/>
              <a:gd name="connsiteY58" fmla="*/ 3702050 h 4451350"/>
              <a:gd name="connsiteX59" fmla="*/ 4368800 w 6680200"/>
              <a:gd name="connsiteY59" fmla="*/ 3689350 h 4451350"/>
              <a:gd name="connsiteX60" fmla="*/ 4394200 w 6680200"/>
              <a:gd name="connsiteY60" fmla="*/ 3683000 h 4451350"/>
              <a:gd name="connsiteX61" fmla="*/ 4451350 w 6680200"/>
              <a:gd name="connsiteY61" fmla="*/ 3657600 h 4451350"/>
              <a:gd name="connsiteX62" fmla="*/ 4476750 w 6680200"/>
              <a:gd name="connsiteY62" fmla="*/ 3651250 h 4451350"/>
              <a:gd name="connsiteX63" fmla="*/ 4552950 w 6680200"/>
              <a:gd name="connsiteY63" fmla="*/ 3625850 h 4451350"/>
              <a:gd name="connsiteX64" fmla="*/ 4552950 w 6680200"/>
              <a:gd name="connsiteY64" fmla="*/ 3625850 h 4451350"/>
              <a:gd name="connsiteX65" fmla="*/ 4641850 w 6680200"/>
              <a:gd name="connsiteY65" fmla="*/ 3594100 h 4451350"/>
              <a:gd name="connsiteX66" fmla="*/ 4699000 w 6680200"/>
              <a:gd name="connsiteY66" fmla="*/ 3575050 h 4451350"/>
              <a:gd name="connsiteX67" fmla="*/ 4749800 w 6680200"/>
              <a:gd name="connsiteY67" fmla="*/ 3549650 h 4451350"/>
              <a:gd name="connsiteX68" fmla="*/ 4781550 w 6680200"/>
              <a:gd name="connsiteY68" fmla="*/ 3530600 h 4451350"/>
              <a:gd name="connsiteX69" fmla="*/ 4806950 w 6680200"/>
              <a:gd name="connsiteY69" fmla="*/ 3517900 h 4451350"/>
              <a:gd name="connsiteX70" fmla="*/ 4832350 w 6680200"/>
              <a:gd name="connsiteY70" fmla="*/ 3498850 h 4451350"/>
              <a:gd name="connsiteX71" fmla="*/ 4895850 w 6680200"/>
              <a:gd name="connsiteY71" fmla="*/ 3467100 h 4451350"/>
              <a:gd name="connsiteX72" fmla="*/ 4940300 w 6680200"/>
              <a:gd name="connsiteY72" fmla="*/ 3435350 h 4451350"/>
              <a:gd name="connsiteX73" fmla="*/ 4972050 w 6680200"/>
              <a:gd name="connsiteY73" fmla="*/ 3422650 h 4451350"/>
              <a:gd name="connsiteX74" fmla="*/ 5029200 w 6680200"/>
              <a:gd name="connsiteY74" fmla="*/ 3390900 h 4451350"/>
              <a:gd name="connsiteX75" fmla="*/ 5054600 w 6680200"/>
              <a:gd name="connsiteY75" fmla="*/ 3378200 h 4451350"/>
              <a:gd name="connsiteX76" fmla="*/ 5111750 w 6680200"/>
              <a:gd name="connsiteY76" fmla="*/ 3333750 h 4451350"/>
              <a:gd name="connsiteX77" fmla="*/ 5143500 w 6680200"/>
              <a:gd name="connsiteY77" fmla="*/ 3314700 h 4451350"/>
              <a:gd name="connsiteX78" fmla="*/ 5194300 w 6680200"/>
              <a:gd name="connsiteY78" fmla="*/ 3289300 h 4451350"/>
              <a:gd name="connsiteX79" fmla="*/ 5295900 w 6680200"/>
              <a:gd name="connsiteY79" fmla="*/ 3232150 h 4451350"/>
              <a:gd name="connsiteX80" fmla="*/ 5334000 w 6680200"/>
              <a:gd name="connsiteY80" fmla="*/ 3206750 h 4451350"/>
              <a:gd name="connsiteX81" fmla="*/ 5410200 w 6680200"/>
              <a:gd name="connsiteY81" fmla="*/ 3168650 h 4451350"/>
              <a:gd name="connsiteX82" fmla="*/ 5467350 w 6680200"/>
              <a:gd name="connsiteY82" fmla="*/ 3124200 h 4451350"/>
              <a:gd name="connsiteX83" fmla="*/ 5511800 w 6680200"/>
              <a:gd name="connsiteY83" fmla="*/ 3092450 h 4451350"/>
              <a:gd name="connsiteX84" fmla="*/ 5530850 w 6680200"/>
              <a:gd name="connsiteY84" fmla="*/ 3073400 h 4451350"/>
              <a:gd name="connsiteX85" fmla="*/ 5600700 w 6680200"/>
              <a:gd name="connsiteY85" fmla="*/ 3022600 h 4451350"/>
              <a:gd name="connsiteX86" fmla="*/ 5664200 w 6680200"/>
              <a:gd name="connsiteY86" fmla="*/ 2971800 h 4451350"/>
              <a:gd name="connsiteX87" fmla="*/ 5734050 w 6680200"/>
              <a:gd name="connsiteY87" fmla="*/ 2921000 h 4451350"/>
              <a:gd name="connsiteX88" fmla="*/ 5765800 w 6680200"/>
              <a:gd name="connsiteY88" fmla="*/ 2889250 h 4451350"/>
              <a:gd name="connsiteX89" fmla="*/ 5784850 w 6680200"/>
              <a:gd name="connsiteY89" fmla="*/ 2876550 h 4451350"/>
              <a:gd name="connsiteX90" fmla="*/ 5822950 w 6680200"/>
              <a:gd name="connsiteY90" fmla="*/ 2838450 h 4451350"/>
              <a:gd name="connsiteX91" fmla="*/ 5861050 w 6680200"/>
              <a:gd name="connsiteY91" fmla="*/ 2800350 h 4451350"/>
              <a:gd name="connsiteX92" fmla="*/ 5962650 w 6680200"/>
              <a:gd name="connsiteY92" fmla="*/ 2705100 h 4451350"/>
              <a:gd name="connsiteX93" fmla="*/ 5981700 w 6680200"/>
              <a:gd name="connsiteY93" fmla="*/ 2679700 h 4451350"/>
              <a:gd name="connsiteX94" fmla="*/ 6000750 w 6680200"/>
              <a:gd name="connsiteY94" fmla="*/ 2660650 h 4451350"/>
              <a:gd name="connsiteX95" fmla="*/ 6019800 w 6680200"/>
              <a:gd name="connsiteY95" fmla="*/ 2628900 h 4451350"/>
              <a:gd name="connsiteX96" fmla="*/ 6045200 w 6680200"/>
              <a:gd name="connsiteY96" fmla="*/ 2597150 h 4451350"/>
              <a:gd name="connsiteX97" fmla="*/ 6064250 w 6680200"/>
              <a:gd name="connsiteY97" fmla="*/ 2565400 h 4451350"/>
              <a:gd name="connsiteX98" fmla="*/ 6140450 w 6680200"/>
              <a:gd name="connsiteY98" fmla="*/ 2470150 h 4451350"/>
              <a:gd name="connsiteX99" fmla="*/ 6172200 w 6680200"/>
              <a:gd name="connsiteY99" fmla="*/ 2425700 h 4451350"/>
              <a:gd name="connsiteX100" fmla="*/ 6210300 w 6680200"/>
              <a:gd name="connsiteY100" fmla="*/ 2387600 h 4451350"/>
              <a:gd name="connsiteX101" fmla="*/ 6242050 w 6680200"/>
              <a:gd name="connsiteY101" fmla="*/ 2349500 h 4451350"/>
              <a:gd name="connsiteX102" fmla="*/ 6261100 w 6680200"/>
              <a:gd name="connsiteY102" fmla="*/ 2317750 h 4451350"/>
              <a:gd name="connsiteX103" fmla="*/ 6273800 w 6680200"/>
              <a:gd name="connsiteY103" fmla="*/ 2298700 h 4451350"/>
              <a:gd name="connsiteX104" fmla="*/ 6292850 w 6680200"/>
              <a:gd name="connsiteY104" fmla="*/ 2286000 h 4451350"/>
              <a:gd name="connsiteX105" fmla="*/ 6299200 w 6680200"/>
              <a:gd name="connsiteY105" fmla="*/ 2260600 h 4451350"/>
              <a:gd name="connsiteX106" fmla="*/ 6318250 w 6680200"/>
              <a:gd name="connsiteY106" fmla="*/ 2235200 h 4451350"/>
              <a:gd name="connsiteX107" fmla="*/ 6324600 w 6680200"/>
              <a:gd name="connsiteY107" fmla="*/ 2216150 h 4451350"/>
              <a:gd name="connsiteX108" fmla="*/ 6337300 w 6680200"/>
              <a:gd name="connsiteY108" fmla="*/ 2197100 h 4451350"/>
              <a:gd name="connsiteX109" fmla="*/ 6350000 w 6680200"/>
              <a:gd name="connsiteY109" fmla="*/ 2159000 h 4451350"/>
              <a:gd name="connsiteX110" fmla="*/ 6369050 w 6680200"/>
              <a:gd name="connsiteY110" fmla="*/ 2139950 h 4451350"/>
              <a:gd name="connsiteX111" fmla="*/ 6426200 w 6680200"/>
              <a:gd name="connsiteY111" fmla="*/ 2057400 h 4451350"/>
              <a:gd name="connsiteX112" fmla="*/ 6438900 w 6680200"/>
              <a:gd name="connsiteY112" fmla="*/ 2038350 h 4451350"/>
              <a:gd name="connsiteX113" fmla="*/ 6483350 w 6680200"/>
              <a:gd name="connsiteY113" fmla="*/ 1943100 h 4451350"/>
              <a:gd name="connsiteX114" fmla="*/ 6496050 w 6680200"/>
              <a:gd name="connsiteY114" fmla="*/ 1917700 h 4451350"/>
              <a:gd name="connsiteX115" fmla="*/ 6508750 w 6680200"/>
              <a:gd name="connsiteY115" fmla="*/ 1892300 h 4451350"/>
              <a:gd name="connsiteX116" fmla="*/ 6527800 w 6680200"/>
              <a:gd name="connsiteY116" fmla="*/ 1841500 h 4451350"/>
              <a:gd name="connsiteX117" fmla="*/ 6565900 w 6680200"/>
              <a:gd name="connsiteY117" fmla="*/ 1746250 h 4451350"/>
              <a:gd name="connsiteX118" fmla="*/ 6572250 w 6680200"/>
              <a:gd name="connsiteY118" fmla="*/ 1714500 h 4451350"/>
              <a:gd name="connsiteX119" fmla="*/ 6584950 w 6680200"/>
              <a:gd name="connsiteY119" fmla="*/ 1676400 h 4451350"/>
              <a:gd name="connsiteX120" fmla="*/ 6591300 w 6680200"/>
              <a:gd name="connsiteY120" fmla="*/ 1657350 h 4451350"/>
              <a:gd name="connsiteX121" fmla="*/ 6610350 w 6680200"/>
              <a:gd name="connsiteY121" fmla="*/ 1587500 h 4451350"/>
              <a:gd name="connsiteX122" fmla="*/ 6629400 w 6680200"/>
              <a:gd name="connsiteY122" fmla="*/ 1543050 h 4451350"/>
              <a:gd name="connsiteX123" fmla="*/ 6635750 w 6680200"/>
              <a:gd name="connsiteY123" fmla="*/ 1511300 h 4451350"/>
              <a:gd name="connsiteX124" fmla="*/ 6648450 w 6680200"/>
              <a:gd name="connsiteY124" fmla="*/ 1466850 h 4451350"/>
              <a:gd name="connsiteX125" fmla="*/ 6661150 w 6680200"/>
              <a:gd name="connsiteY125" fmla="*/ 1371600 h 4451350"/>
              <a:gd name="connsiteX126" fmla="*/ 6673850 w 6680200"/>
              <a:gd name="connsiteY126" fmla="*/ 1308100 h 4451350"/>
              <a:gd name="connsiteX127" fmla="*/ 6680200 w 6680200"/>
              <a:gd name="connsiteY127" fmla="*/ 1231900 h 4451350"/>
              <a:gd name="connsiteX128" fmla="*/ 6673850 w 6680200"/>
              <a:gd name="connsiteY128" fmla="*/ 965200 h 4451350"/>
              <a:gd name="connsiteX129" fmla="*/ 6661150 w 6680200"/>
              <a:gd name="connsiteY129" fmla="*/ 901700 h 4451350"/>
              <a:gd name="connsiteX130" fmla="*/ 6654800 w 6680200"/>
              <a:gd name="connsiteY130" fmla="*/ 882650 h 4451350"/>
              <a:gd name="connsiteX131" fmla="*/ 6648450 w 6680200"/>
              <a:gd name="connsiteY131" fmla="*/ 857250 h 4451350"/>
              <a:gd name="connsiteX132" fmla="*/ 6616700 w 6680200"/>
              <a:gd name="connsiteY132" fmla="*/ 774700 h 4451350"/>
              <a:gd name="connsiteX133" fmla="*/ 6597650 w 6680200"/>
              <a:gd name="connsiteY133" fmla="*/ 723900 h 4451350"/>
              <a:gd name="connsiteX134" fmla="*/ 6584950 w 6680200"/>
              <a:gd name="connsiteY134" fmla="*/ 698500 h 4451350"/>
              <a:gd name="connsiteX135" fmla="*/ 6578600 w 6680200"/>
              <a:gd name="connsiteY135" fmla="*/ 673100 h 4451350"/>
              <a:gd name="connsiteX136" fmla="*/ 6559550 w 6680200"/>
              <a:gd name="connsiteY136" fmla="*/ 622300 h 4451350"/>
              <a:gd name="connsiteX137" fmla="*/ 6553200 w 6680200"/>
              <a:gd name="connsiteY137" fmla="*/ 603250 h 4451350"/>
              <a:gd name="connsiteX138" fmla="*/ 6527800 w 6680200"/>
              <a:gd name="connsiteY138" fmla="*/ 565150 h 4451350"/>
              <a:gd name="connsiteX139" fmla="*/ 6508750 w 6680200"/>
              <a:gd name="connsiteY139" fmla="*/ 514350 h 4451350"/>
              <a:gd name="connsiteX140" fmla="*/ 6496050 w 6680200"/>
              <a:gd name="connsiteY140" fmla="*/ 495300 h 4451350"/>
              <a:gd name="connsiteX141" fmla="*/ 6457950 w 6680200"/>
              <a:gd name="connsiteY141" fmla="*/ 419100 h 4451350"/>
              <a:gd name="connsiteX142" fmla="*/ 6419850 w 6680200"/>
              <a:gd name="connsiteY142" fmla="*/ 381000 h 4451350"/>
              <a:gd name="connsiteX143" fmla="*/ 6394450 w 6680200"/>
              <a:gd name="connsiteY143" fmla="*/ 342900 h 4451350"/>
              <a:gd name="connsiteX144" fmla="*/ 6381750 w 6680200"/>
              <a:gd name="connsiteY144" fmla="*/ 323850 h 4451350"/>
              <a:gd name="connsiteX145" fmla="*/ 6318250 w 6680200"/>
              <a:gd name="connsiteY145" fmla="*/ 266700 h 4451350"/>
              <a:gd name="connsiteX146" fmla="*/ 6273800 w 6680200"/>
              <a:gd name="connsiteY146" fmla="*/ 222250 h 4451350"/>
              <a:gd name="connsiteX147" fmla="*/ 6235700 w 6680200"/>
              <a:gd name="connsiteY147" fmla="*/ 196850 h 4451350"/>
              <a:gd name="connsiteX148" fmla="*/ 6216650 w 6680200"/>
              <a:gd name="connsiteY148" fmla="*/ 184150 h 4451350"/>
              <a:gd name="connsiteX149" fmla="*/ 6178550 w 6680200"/>
              <a:gd name="connsiteY149" fmla="*/ 171450 h 4451350"/>
              <a:gd name="connsiteX150" fmla="*/ 6159500 w 6680200"/>
              <a:gd name="connsiteY150" fmla="*/ 158750 h 4451350"/>
              <a:gd name="connsiteX151" fmla="*/ 6121400 w 6680200"/>
              <a:gd name="connsiteY151" fmla="*/ 146050 h 4451350"/>
              <a:gd name="connsiteX152" fmla="*/ 6102350 w 6680200"/>
              <a:gd name="connsiteY152" fmla="*/ 139700 h 4451350"/>
              <a:gd name="connsiteX153" fmla="*/ 6076950 w 6680200"/>
              <a:gd name="connsiteY153" fmla="*/ 133350 h 4451350"/>
              <a:gd name="connsiteX154" fmla="*/ 6038850 w 6680200"/>
              <a:gd name="connsiteY154" fmla="*/ 120650 h 4451350"/>
              <a:gd name="connsiteX155" fmla="*/ 5988050 w 6680200"/>
              <a:gd name="connsiteY155" fmla="*/ 107950 h 4451350"/>
              <a:gd name="connsiteX156" fmla="*/ 5969000 w 6680200"/>
              <a:gd name="connsiteY156" fmla="*/ 95250 h 4451350"/>
              <a:gd name="connsiteX157" fmla="*/ 5937250 w 6680200"/>
              <a:gd name="connsiteY157" fmla="*/ 88900 h 4451350"/>
              <a:gd name="connsiteX158" fmla="*/ 5861050 w 6680200"/>
              <a:gd name="connsiteY158" fmla="*/ 76200 h 4451350"/>
              <a:gd name="connsiteX159" fmla="*/ 5778500 w 6680200"/>
              <a:gd name="connsiteY159" fmla="*/ 57150 h 4451350"/>
              <a:gd name="connsiteX160" fmla="*/ 5746750 w 6680200"/>
              <a:gd name="connsiteY160" fmla="*/ 50800 h 4451350"/>
              <a:gd name="connsiteX161" fmla="*/ 5600700 w 6680200"/>
              <a:gd name="connsiteY161" fmla="*/ 38100 h 4451350"/>
              <a:gd name="connsiteX162" fmla="*/ 5505450 w 6680200"/>
              <a:gd name="connsiteY162" fmla="*/ 25400 h 4451350"/>
              <a:gd name="connsiteX163" fmla="*/ 5473700 w 6680200"/>
              <a:gd name="connsiteY163" fmla="*/ 19050 h 4451350"/>
              <a:gd name="connsiteX164" fmla="*/ 5397500 w 6680200"/>
              <a:gd name="connsiteY164" fmla="*/ 12700 h 4451350"/>
              <a:gd name="connsiteX165" fmla="*/ 5302250 w 6680200"/>
              <a:gd name="connsiteY165" fmla="*/ 0 h 4451350"/>
              <a:gd name="connsiteX166" fmla="*/ 4724400 w 6680200"/>
              <a:gd name="connsiteY166" fmla="*/ 6350 h 4451350"/>
              <a:gd name="connsiteX167" fmla="*/ 4559300 w 6680200"/>
              <a:gd name="connsiteY167" fmla="*/ 25400 h 4451350"/>
              <a:gd name="connsiteX168" fmla="*/ 4514850 w 6680200"/>
              <a:gd name="connsiteY168" fmla="*/ 31750 h 4451350"/>
              <a:gd name="connsiteX169" fmla="*/ 4286250 w 6680200"/>
              <a:gd name="connsiteY169" fmla="*/ 38100 h 4451350"/>
              <a:gd name="connsiteX170" fmla="*/ 4152900 w 6680200"/>
              <a:gd name="connsiteY170" fmla="*/ 50800 h 4451350"/>
              <a:gd name="connsiteX171" fmla="*/ 4025900 w 6680200"/>
              <a:gd name="connsiteY171" fmla="*/ 63500 h 4451350"/>
              <a:gd name="connsiteX172" fmla="*/ 3905250 w 6680200"/>
              <a:gd name="connsiteY172" fmla="*/ 82550 h 4451350"/>
              <a:gd name="connsiteX173" fmla="*/ 3860800 w 6680200"/>
              <a:gd name="connsiteY173" fmla="*/ 95250 h 4451350"/>
              <a:gd name="connsiteX174" fmla="*/ 3841750 w 6680200"/>
              <a:gd name="connsiteY174" fmla="*/ 101600 h 4451350"/>
              <a:gd name="connsiteX175" fmla="*/ 3784600 w 6680200"/>
              <a:gd name="connsiteY175" fmla="*/ 107950 h 4451350"/>
              <a:gd name="connsiteX176" fmla="*/ 3727450 w 6680200"/>
              <a:gd name="connsiteY176" fmla="*/ 127000 h 4451350"/>
              <a:gd name="connsiteX177" fmla="*/ 3689350 w 6680200"/>
              <a:gd name="connsiteY177" fmla="*/ 139700 h 4451350"/>
              <a:gd name="connsiteX178" fmla="*/ 3651250 w 6680200"/>
              <a:gd name="connsiteY178" fmla="*/ 152400 h 4451350"/>
              <a:gd name="connsiteX179" fmla="*/ 3594100 w 6680200"/>
              <a:gd name="connsiteY179" fmla="*/ 171450 h 4451350"/>
              <a:gd name="connsiteX180" fmla="*/ 3530600 w 6680200"/>
              <a:gd name="connsiteY180" fmla="*/ 203200 h 4451350"/>
              <a:gd name="connsiteX181" fmla="*/ 3473450 w 6680200"/>
              <a:gd name="connsiteY181" fmla="*/ 222250 h 4451350"/>
              <a:gd name="connsiteX182" fmla="*/ 3454400 w 6680200"/>
              <a:gd name="connsiteY182" fmla="*/ 234950 h 4451350"/>
              <a:gd name="connsiteX183" fmla="*/ 3390900 w 6680200"/>
              <a:gd name="connsiteY183" fmla="*/ 260350 h 4451350"/>
              <a:gd name="connsiteX184" fmla="*/ 3352800 w 6680200"/>
              <a:gd name="connsiteY184" fmla="*/ 285750 h 4451350"/>
              <a:gd name="connsiteX185" fmla="*/ 3314700 w 6680200"/>
              <a:gd name="connsiteY185" fmla="*/ 311150 h 4451350"/>
              <a:gd name="connsiteX186" fmla="*/ 3295650 w 6680200"/>
              <a:gd name="connsiteY186" fmla="*/ 323850 h 4451350"/>
              <a:gd name="connsiteX187" fmla="*/ 3276600 w 6680200"/>
              <a:gd name="connsiteY187" fmla="*/ 336550 h 4451350"/>
              <a:gd name="connsiteX188" fmla="*/ 3263900 w 6680200"/>
              <a:gd name="connsiteY188" fmla="*/ 342900 h 445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6680200" h="4451350">
                <a:moveTo>
                  <a:pt x="0" y="4451350"/>
                </a:moveTo>
                <a:cubicBezTo>
                  <a:pt x="6350" y="4445000"/>
                  <a:pt x="11742" y="4437520"/>
                  <a:pt x="19050" y="4432300"/>
                </a:cubicBezTo>
                <a:cubicBezTo>
                  <a:pt x="26753" y="4426798"/>
                  <a:pt x="36231" y="4424296"/>
                  <a:pt x="44450" y="4419600"/>
                </a:cubicBezTo>
                <a:cubicBezTo>
                  <a:pt x="51076" y="4415814"/>
                  <a:pt x="56526" y="4410000"/>
                  <a:pt x="63500" y="4406900"/>
                </a:cubicBezTo>
                <a:lnTo>
                  <a:pt x="120650" y="4387850"/>
                </a:lnTo>
                <a:lnTo>
                  <a:pt x="139700" y="4381500"/>
                </a:lnTo>
                <a:cubicBezTo>
                  <a:pt x="146050" y="4379383"/>
                  <a:pt x="152186" y="4376463"/>
                  <a:pt x="158750" y="4375150"/>
                </a:cubicBezTo>
                <a:cubicBezTo>
                  <a:pt x="169333" y="4373033"/>
                  <a:pt x="180087" y="4371640"/>
                  <a:pt x="190500" y="4368800"/>
                </a:cubicBezTo>
                <a:cubicBezTo>
                  <a:pt x="203415" y="4365278"/>
                  <a:pt x="215613" y="4359347"/>
                  <a:pt x="228600" y="4356100"/>
                </a:cubicBezTo>
                <a:cubicBezTo>
                  <a:pt x="237067" y="4353983"/>
                  <a:pt x="245442" y="4351462"/>
                  <a:pt x="254000" y="4349750"/>
                </a:cubicBezTo>
                <a:cubicBezTo>
                  <a:pt x="266625" y="4347225"/>
                  <a:pt x="279531" y="4346193"/>
                  <a:pt x="292100" y="4343400"/>
                </a:cubicBezTo>
                <a:cubicBezTo>
                  <a:pt x="339028" y="4332971"/>
                  <a:pt x="273936" y="4336533"/>
                  <a:pt x="355600" y="4330700"/>
                </a:cubicBezTo>
                <a:cubicBezTo>
                  <a:pt x="399987" y="4327529"/>
                  <a:pt x="444500" y="4326467"/>
                  <a:pt x="488950" y="4324350"/>
                </a:cubicBezTo>
                <a:cubicBezTo>
                  <a:pt x="833357" y="4289909"/>
                  <a:pt x="344225" y="4339725"/>
                  <a:pt x="596900" y="4311650"/>
                </a:cubicBezTo>
                <a:cubicBezTo>
                  <a:pt x="620136" y="4309068"/>
                  <a:pt x="643495" y="4307706"/>
                  <a:pt x="666750" y="4305300"/>
                </a:cubicBezTo>
                <a:cubicBezTo>
                  <a:pt x="757289" y="4295934"/>
                  <a:pt x="798810" y="4287973"/>
                  <a:pt x="889000" y="4286250"/>
                </a:cubicBezTo>
                <a:lnTo>
                  <a:pt x="1778000" y="4273550"/>
                </a:lnTo>
                <a:cubicBezTo>
                  <a:pt x="1830917" y="4269317"/>
                  <a:pt x="1884387" y="4269577"/>
                  <a:pt x="1936750" y="4260850"/>
                </a:cubicBezTo>
                <a:lnTo>
                  <a:pt x="1974850" y="4254500"/>
                </a:lnTo>
                <a:cubicBezTo>
                  <a:pt x="1985469" y="4252569"/>
                  <a:pt x="1995866" y="4249280"/>
                  <a:pt x="2006600" y="4248150"/>
                </a:cubicBezTo>
                <a:cubicBezTo>
                  <a:pt x="2054741" y="4243083"/>
                  <a:pt x="2110316" y="4242753"/>
                  <a:pt x="2159000" y="4235450"/>
                </a:cubicBezTo>
                <a:cubicBezTo>
                  <a:pt x="2180347" y="4232248"/>
                  <a:pt x="2201046" y="4225134"/>
                  <a:pt x="2222500" y="4222750"/>
                </a:cubicBezTo>
                <a:lnTo>
                  <a:pt x="2279650" y="4216400"/>
                </a:lnTo>
                <a:lnTo>
                  <a:pt x="2330450" y="4210050"/>
                </a:lnTo>
                <a:cubicBezTo>
                  <a:pt x="2353701" y="4207603"/>
                  <a:pt x="2377017" y="4205817"/>
                  <a:pt x="2400300" y="4203700"/>
                </a:cubicBezTo>
                <a:cubicBezTo>
                  <a:pt x="2413000" y="4199467"/>
                  <a:pt x="2425079" y="4192332"/>
                  <a:pt x="2438400" y="4191000"/>
                </a:cubicBezTo>
                <a:cubicBezTo>
                  <a:pt x="2500762" y="4184764"/>
                  <a:pt x="2513311" y="4184908"/>
                  <a:pt x="2578100" y="4171950"/>
                </a:cubicBezTo>
                <a:cubicBezTo>
                  <a:pt x="2611124" y="4165345"/>
                  <a:pt x="2612745" y="4164666"/>
                  <a:pt x="2647950" y="4159250"/>
                </a:cubicBezTo>
                <a:cubicBezTo>
                  <a:pt x="2668794" y="4156043"/>
                  <a:pt x="2702451" y="4152468"/>
                  <a:pt x="2724150" y="4146550"/>
                </a:cubicBezTo>
                <a:cubicBezTo>
                  <a:pt x="2737065" y="4143028"/>
                  <a:pt x="2749263" y="4137097"/>
                  <a:pt x="2762250" y="4133850"/>
                </a:cubicBezTo>
                <a:cubicBezTo>
                  <a:pt x="2774741" y="4130727"/>
                  <a:pt x="2787682" y="4129803"/>
                  <a:pt x="2800350" y="4127500"/>
                </a:cubicBezTo>
                <a:cubicBezTo>
                  <a:pt x="2868442" y="4115120"/>
                  <a:pt x="2791371" y="4126968"/>
                  <a:pt x="2876550" y="4114800"/>
                </a:cubicBezTo>
                <a:cubicBezTo>
                  <a:pt x="2889250" y="4110567"/>
                  <a:pt x="2901663" y="4105347"/>
                  <a:pt x="2914650" y="4102100"/>
                </a:cubicBezTo>
                <a:cubicBezTo>
                  <a:pt x="2927141" y="4098977"/>
                  <a:pt x="2940328" y="4099138"/>
                  <a:pt x="2952750" y="4095750"/>
                </a:cubicBezTo>
                <a:cubicBezTo>
                  <a:pt x="3043130" y="4071101"/>
                  <a:pt x="2914478" y="4093053"/>
                  <a:pt x="3028950" y="4076700"/>
                </a:cubicBezTo>
                <a:cubicBezTo>
                  <a:pt x="3043767" y="4070350"/>
                  <a:pt x="3057993" y="4062391"/>
                  <a:pt x="3073400" y="4057650"/>
                </a:cubicBezTo>
                <a:cubicBezTo>
                  <a:pt x="3085706" y="4053864"/>
                  <a:pt x="3098845" y="4053673"/>
                  <a:pt x="3111500" y="4051300"/>
                </a:cubicBezTo>
                <a:cubicBezTo>
                  <a:pt x="3132716" y="4047322"/>
                  <a:pt x="3153988" y="4043544"/>
                  <a:pt x="3175000" y="4038600"/>
                </a:cubicBezTo>
                <a:cubicBezTo>
                  <a:pt x="3190000" y="4035071"/>
                  <a:pt x="3204539" y="4029790"/>
                  <a:pt x="3219450" y="4025900"/>
                </a:cubicBezTo>
                <a:cubicBezTo>
                  <a:pt x="3253229" y="4017088"/>
                  <a:pt x="3287484" y="4010090"/>
                  <a:pt x="3321050" y="4000500"/>
                </a:cubicBezTo>
                <a:cubicBezTo>
                  <a:pt x="3350683" y="3992033"/>
                  <a:pt x="3380051" y="3982575"/>
                  <a:pt x="3409950" y="3975100"/>
                </a:cubicBezTo>
                <a:lnTo>
                  <a:pt x="3460750" y="3962400"/>
                </a:lnTo>
                <a:cubicBezTo>
                  <a:pt x="3479746" y="3957930"/>
                  <a:pt x="3498968" y="3954433"/>
                  <a:pt x="3517900" y="3949700"/>
                </a:cubicBezTo>
                <a:cubicBezTo>
                  <a:pt x="3524394" y="3948077"/>
                  <a:pt x="3530492" y="3945111"/>
                  <a:pt x="3536950" y="3943350"/>
                </a:cubicBezTo>
                <a:cubicBezTo>
                  <a:pt x="3553789" y="3938757"/>
                  <a:pt x="3571067" y="3935783"/>
                  <a:pt x="3587750" y="3930650"/>
                </a:cubicBezTo>
                <a:cubicBezTo>
                  <a:pt x="3598645" y="3927298"/>
                  <a:pt x="3608630" y="3921382"/>
                  <a:pt x="3619500" y="3917950"/>
                </a:cubicBezTo>
                <a:cubicBezTo>
                  <a:pt x="3648889" y="3908669"/>
                  <a:pt x="3679785" y="3903996"/>
                  <a:pt x="3708400" y="3892550"/>
                </a:cubicBezTo>
                <a:cubicBezTo>
                  <a:pt x="3718983" y="3888317"/>
                  <a:pt x="3729773" y="3884567"/>
                  <a:pt x="3740150" y="3879850"/>
                </a:cubicBezTo>
                <a:cubicBezTo>
                  <a:pt x="3753076" y="3873974"/>
                  <a:pt x="3764697" y="3865035"/>
                  <a:pt x="3778250" y="3860800"/>
                </a:cubicBezTo>
                <a:cubicBezTo>
                  <a:pt x="3798853" y="3854361"/>
                  <a:pt x="3820809" y="3853335"/>
                  <a:pt x="3841750" y="3848100"/>
                </a:cubicBezTo>
                <a:cubicBezTo>
                  <a:pt x="3854737" y="3844853"/>
                  <a:pt x="3866959" y="3839010"/>
                  <a:pt x="3879850" y="3835400"/>
                </a:cubicBezTo>
                <a:cubicBezTo>
                  <a:pt x="3919896" y="3824187"/>
                  <a:pt x="3961562" y="3818252"/>
                  <a:pt x="4000500" y="3803650"/>
                </a:cubicBezTo>
                <a:cubicBezTo>
                  <a:pt x="4142199" y="3750513"/>
                  <a:pt x="3925102" y="3828821"/>
                  <a:pt x="4146550" y="3765550"/>
                </a:cubicBezTo>
                <a:cubicBezTo>
                  <a:pt x="4161367" y="3761317"/>
                  <a:pt x="4176272" y="3757382"/>
                  <a:pt x="4191000" y="3752850"/>
                </a:cubicBezTo>
                <a:cubicBezTo>
                  <a:pt x="4203795" y="3748913"/>
                  <a:pt x="4216185" y="3743672"/>
                  <a:pt x="4229100" y="3740150"/>
                </a:cubicBezTo>
                <a:cubicBezTo>
                  <a:pt x="4239513" y="3737310"/>
                  <a:pt x="4250267" y="3735917"/>
                  <a:pt x="4260850" y="3733800"/>
                </a:cubicBezTo>
                <a:cubicBezTo>
                  <a:pt x="4269317" y="3729567"/>
                  <a:pt x="4277354" y="3724335"/>
                  <a:pt x="4286250" y="3721100"/>
                </a:cubicBezTo>
                <a:cubicBezTo>
                  <a:pt x="4300732" y="3715834"/>
                  <a:pt x="4315940" y="3712828"/>
                  <a:pt x="4330700" y="3708400"/>
                </a:cubicBezTo>
                <a:cubicBezTo>
                  <a:pt x="4337111" y="3706477"/>
                  <a:pt x="4343763" y="3705043"/>
                  <a:pt x="4349750" y="3702050"/>
                </a:cubicBezTo>
                <a:cubicBezTo>
                  <a:pt x="4356576" y="3698637"/>
                  <a:pt x="4361785" y="3692356"/>
                  <a:pt x="4368800" y="3689350"/>
                </a:cubicBezTo>
                <a:cubicBezTo>
                  <a:pt x="4376822" y="3685912"/>
                  <a:pt x="4386054" y="3686133"/>
                  <a:pt x="4394200" y="3683000"/>
                </a:cubicBezTo>
                <a:cubicBezTo>
                  <a:pt x="4413657" y="3675516"/>
                  <a:pt x="4431893" y="3665084"/>
                  <a:pt x="4451350" y="3657600"/>
                </a:cubicBezTo>
                <a:cubicBezTo>
                  <a:pt x="4459496" y="3654467"/>
                  <a:pt x="4468420" y="3653853"/>
                  <a:pt x="4476750" y="3651250"/>
                </a:cubicBezTo>
                <a:cubicBezTo>
                  <a:pt x="4502305" y="3643264"/>
                  <a:pt x="4527550" y="3634317"/>
                  <a:pt x="4552950" y="3625850"/>
                </a:cubicBezTo>
                <a:lnTo>
                  <a:pt x="4552950" y="3625850"/>
                </a:lnTo>
                <a:cubicBezTo>
                  <a:pt x="4642921" y="3587291"/>
                  <a:pt x="4551925" y="3624075"/>
                  <a:pt x="4641850" y="3594100"/>
                </a:cubicBezTo>
                <a:cubicBezTo>
                  <a:pt x="4713585" y="3570188"/>
                  <a:pt x="4638131" y="3590267"/>
                  <a:pt x="4699000" y="3575050"/>
                </a:cubicBezTo>
                <a:cubicBezTo>
                  <a:pt x="4736930" y="3537120"/>
                  <a:pt x="4695726" y="3571280"/>
                  <a:pt x="4749800" y="3549650"/>
                </a:cubicBezTo>
                <a:cubicBezTo>
                  <a:pt x="4761259" y="3545066"/>
                  <a:pt x="4770761" y="3536594"/>
                  <a:pt x="4781550" y="3530600"/>
                </a:cubicBezTo>
                <a:cubicBezTo>
                  <a:pt x="4789825" y="3526003"/>
                  <a:pt x="4798923" y="3522917"/>
                  <a:pt x="4806950" y="3517900"/>
                </a:cubicBezTo>
                <a:cubicBezTo>
                  <a:pt x="4815925" y="3512291"/>
                  <a:pt x="4823161" y="3504101"/>
                  <a:pt x="4832350" y="3498850"/>
                </a:cubicBezTo>
                <a:cubicBezTo>
                  <a:pt x="4852897" y="3487109"/>
                  <a:pt x="4876593" y="3480855"/>
                  <a:pt x="4895850" y="3467100"/>
                </a:cubicBezTo>
                <a:cubicBezTo>
                  <a:pt x="4910667" y="3456517"/>
                  <a:pt x="4924572" y="3444525"/>
                  <a:pt x="4940300" y="3435350"/>
                </a:cubicBezTo>
                <a:cubicBezTo>
                  <a:pt x="4950146" y="3429607"/>
                  <a:pt x="4961634" y="3427279"/>
                  <a:pt x="4972050" y="3422650"/>
                </a:cubicBezTo>
                <a:cubicBezTo>
                  <a:pt x="5002500" y="3409117"/>
                  <a:pt x="4997142" y="3408710"/>
                  <a:pt x="5029200" y="3390900"/>
                </a:cubicBezTo>
                <a:cubicBezTo>
                  <a:pt x="5037475" y="3386303"/>
                  <a:pt x="5046817" y="3383588"/>
                  <a:pt x="5054600" y="3378200"/>
                </a:cubicBezTo>
                <a:cubicBezTo>
                  <a:pt x="5074443" y="3364463"/>
                  <a:pt x="5091056" y="3346167"/>
                  <a:pt x="5111750" y="3333750"/>
                </a:cubicBezTo>
                <a:cubicBezTo>
                  <a:pt x="5122333" y="3327400"/>
                  <a:pt x="5133231" y="3321546"/>
                  <a:pt x="5143500" y="3314700"/>
                </a:cubicBezTo>
                <a:cubicBezTo>
                  <a:pt x="5182358" y="3288795"/>
                  <a:pt x="5153292" y="3299552"/>
                  <a:pt x="5194300" y="3289300"/>
                </a:cubicBezTo>
                <a:cubicBezTo>
                  <a:pt x="5344595" y="3189103"/>
                  <a:pt x="5174268" y="3297644"/>
                  <a:pt x="5295900" y="3232150"/>
                </a:cubicBezTo>
                <a:cubicBezTo>
                  <a:pt x="5309339" y="3224914"/>
                  <a:pt x="5320657" y="3214163"/>
                  <a:pt x="5334000" y="3206750"/>
                </a:cubicBezTo>
                <a:cubicBezTo>
                  <a:pt x="5358824" y="3192959"/>
                  <a:pt x="5387784" y="3186085"/>
                  <a:pt x="5410200" y="3168650"/>
                </a:cubicBezTo>
                <a:cubicBezTo>
                  <a:pt x="5429250" y="3153833"/>
                  <a:pt x="5448043" y="3138680"/>
                  <a:pt x="5467350" y="3124200"/>
                </a:cubicBezTo>
                <a:cubicBezTo>
                  <a:pt x="5481917" y="3113275"/>
                  <a:pt x="5498925" y="3105325"/>
                  <a:pt x="5511800" y="3092450"/>
                </a:cubicBezTo>
                <a:cubicBezTo>
                  <a:pt x="5518150" y="3086100"/>
                  <a:pt x="5523789" y="3078948"/>
                  <a:pt x="5530850" y="3073400"/>
                </a:cubicBezTo>
                <a:cubicBezTo>
                  <a:pt x="5553488" y="3055613"/>
                  <a:pt x="5578219" y="3040585"/>
                  <a:pt x="5600700" y="3022600"/>
                </a:cubicBezTo>
                <a:cubicBezTo>
                  <a:pt x="5621867" y="3005667"/>
                  <a:pt x="5641646" y="2986836"/>
                  <a:pt x="5664200" y="2971800"/>
                </a:cubicBezTo>
                <a:cubicBezTo>
                  <a:pt x="5692500" y="2952933"/>
                  <a:pt x="5709096" y="2943458"/>
                  <a:pt x="5734050" y="2921000"/>
                </a:cubicBezTo>
                <a:cubicBezTo>
                  <a:pt x="5745175" y="2910988"/>
                  <a:pt x="5754536" y="2899106"/>
                  <a:pt x="5765800" y="2889250"/>
                </a:cubicBezTo>
                <a:cubicBezTo>
                  <a:pt x="5771543" y="2884224"/>
                  <a:pt x="5779146" y="2881620"/>
                  <a:pt x="5784850" y="2876550"/>
                </a:cubicBezTo>
                <a:cubicBezTo>
                  <a:pt x="5798274" y="2864618"/>
                  <a:pt x="5810250" y="2851150"/>
                  <a:pt x="5822950" y="2838450"/>
                </a:cubicBezTo>
                <a:cubicBezTo>
                  <a:pt x="5835650" y="2825750"/>
                  <a:pt x="5847025" y="2811570"/>
                  <a:pt x="5861050" y="2800350"/>
                </a:cubicBezTo>
                <a:cubicBezTo>
                  <a:pt x="5898077" y="2770728"/>
                  <a:pt x="5932862" y="2744817"/>
                  <a:pt x="5962650" y="2705100"/>
                </a:cubicBezTo>
                <a:cubicBezTo>
                  <a:pt x="5969000" y="2696633"/>
                  <a:pt x="5974812" y="2687735"/>
                  <a:pt x="5981700" y="2679700"/>
                </a:cubicBezTo>
                <a:cubicBezTo>
                  <a:pt x="5987544" y="2672882"/>
                  <a:pt x="5995362" y="2667834"/>
                  <a:pt x="6000750" y="2660650"/>
                </a:cubicBezTo>
                <a:cubicBezTo>
                  <a:pt x="6008155" y="2650776"/>
                  <a:pt x="6012722" y="2639011"/>
                  <a:pt x="6019800" y="2628900"/>
                </a:cubicBezTo>
                <a:cubicBezTo>
                  <a:pt x="6027572" y="2617797"/>
                  <a:pt x="6037428" y="2608253"/>
                  <a:pt x="6045200" y="2597150"/>
                </a:cubicBezTo>
                <a:cubicBezTo>
                  <a:pt x="6052278" y="2587039"/>
                  <a:pt x="6057225" y="2575548"/>
                  <a:pt x="6064250" y="2565400"/>
                </a:cubicBezTo>
                <a:cubicBezTo>
                  <a:pt x="6116582" y="2489809"/>
                  <a:pt x="6086248" y="2539134"/>
                  <a:pt x="6140450" y="2470150"/>
                </a:cubicBezTo>
                <a:cubicBezTo>
                  <a:pt x="6151699" y="2455833"/>
                  <a:pt x="6160439" y="2439600"/>
                  <a:pt x="6172200" y="2425700"/>
                </a:cubicBezTo>
                <a:cubicBezTo>
                  <a:pt x="6183801" y="2411989"/>
                  <a:pt x="6198164" y="2400840"/>
                  <a:pt x="6210300" y="2387600"/>
                </a:cubicBezTo>
                <a:cubicBezTo>
                  <a:pt x="6221471" y="2375414"/>
                  <a:pt x="6232327" y="2362870"/>
                  <a:pt x="6242050" y="2349500"/>
                </a:cubicBezTo>
                <a:cubicBezTo>
                  <a:pt x="6249309" y="2339518"/>
                  <a:pt x="6254559" y="2328216"/>
                  <a:pt x="6261100" y="2317750"/>
                </a:cubicBezTo>
                <a:cubicBezTo>
                  <a:pt x="6265145" y="2311278"/>
                  <a:pt x="6268404" y="2304096"/>
                  <a:pt x="6273800" y="2298700"/>
                </a:cubicBezTo>
                <a:cubicBezTo>
                  <a:pt x="6279196" y="2293304"/>
                  <a:pt x="6286500" y="2290233"/>
                  <a:pt x="6292850" y="2286000"/>
                </a:cubicBezTo>
                <a:cubicBezTo>
                  <a:pt x="6294967" y="2277533"/>
                  <a:pt x="6295297" y="2268406"/>
                  <a:pt x="6299200" y="2260600"/>
                </a:cubicBezTo>
                <a:cubicBezTo>
                  <a:pt x="6303933" y="2251134"/>
                  <a:pt x="6312999" y="2244389"/>
                  <a:pt x="6318250" y="2235200"/>
                </a:cubicBezTo>
                <a:cubicBezTo>
                  <a:pt x="6321571" y="2229388"/>
                  <a:pt x="6321607" y="2222137"/>
                  <a:pt x="6324600" y="2216150"/>
                </a:cubicBezTo>
                <a:cubicBezTo>
                  <a:pt x="6328013" y="2209324"/>
                  <a:pt x="6334200" y="2204074"/>
                  <a:pt x="6337300" y="2197100"/>
                </a:cubicBezTo>
                <a:cubicBezTo>
                  <a:pt x="6342737" y="2184867"/>
                  <a:pt x="6343499" y="2170702"/>
                  <a:pt x="6350000" y="2159000"/>
                </a:cubicBezTo>
                <a:cubicBezTo>
                  <a:pt x="6354361" y="2151150"/>
                  <a:pt x="6363662" y="2147134"/>
                  <a:pt x="6369050" y="2139950"/>
                </a:cubicBezTo>
                <a:cubicBezTo>
                  <a:pt x="6389130" y="2113176"/>
                  <a:pt x="6407240" y="2084979"/>
                  <a:pt x="6426200" y="2057400"/>
                </a:cubicBezTo>
                <a:cubicBezTo>
                  <a:pt x="6430524" y="2051111"/>
                  <a:pt x="6436066" y="2045436"/>
                  <a:pt x="6438900" y="2038350"/>
                </a:cubicBezTo>
                <a:cubicBezTo>
                  <a:pt x="6460389" y="1984628"/>
                  <a:pt x="6446502" y="2016795"/>
                  <a:pt x="6483350" y="1943100"/>
                </a:cubicBezTo>
                <a:lnTo>
                  <a:pt x="6496050" y="1917700"/>
                </a:lnTo>
                <a:cubicBezTo>
                  <a:pt x="6500283" y="1909233"/>
                  <a:pt x="6506454" y="1901483"/>
                  <a:pt x="6508750" y="1892300"/>
                </a:cubicBezTo>
                <a:cubicBezTo>
                  <a:pt x="6523956" y="1831476"/>
                  <a:pt x="6504082" y="1903168"/>
                  <a:pt x="6527800" y="1841500"/>
                </a:cubicBezTo>
                <a:cubicBezTo>
                  <a:pt x="6567034" y="1739493"/>
                  <a:pt x="6526773" y="1824504"/>
                  <a:pt x="6565900" y="1746250"/>
                </a:cubicBezTo>
                <a:cubicBezTo>
                  <a:pt x="6568017" y="1735667"/>
                  <a:pt x="6569410" y="1724913"/>
                  <a:pt x="6572250" y="1714500"/>
                </a:cubicBezTo>
                <a:cubicBezTo>
                  <a:pt x="6575772" y="1701585"/>
                  <a:pt x="6580717" y="1689100"/>
                  <a:pt x="6584950" y="1676400"/>
                </a:cubicBezTo>
                <a:cubicBezTo>
                  <a:pt x="6587067" y="1670050"/>
                  <a:pt x="6589987" y="1663914"/>
                  <a:pt x="6591300" y="1657350"/>
                </a:cubicBezTo>
                <a:cubicBezTo>
                  <a:pt x="6597677" y="1625464"/>
                  <a:pt x="6597460" y="1619726"/>
                  <a:pt x="6610350" y="1587500"/>
                </a:cubicBezTo>
                <a:cubicBezTo>
                  <a:pt x="6622465" y="1557211"/>
                  <a:pt x="6622587" y="1570304"/>
                  <a:pt x="6629400" y="1543050"/>
                </a:cubicBezTo>
                <a:cubicBezTo>
                  <a:pt x="6632018" y="1532579"/>
                  <a:pt x="6633409" y="1521836"/>
                  <a:pt x="6635750" y="1511300"/>
                </a:cubicBezTo>
                <a:cubicBezTo>
                  <a:pt x="6641066" y="1487380"/>
                  <a:pt x="6641379" y="1488064"/>
                  <a:pt x="6648450" y="1466850"/>
                </a:cubicBezTo>
                <a:cubicBezTo>
                  <a:pt x="6650661" y="1449159"/>
                  <a:pt x="6657645" y="1390879"/>
                  <a:pt x="6661150" y="1371600"/>
                </a:cubicBezTo>
                <a:cubicBezTo>
                  <a:pt x="6670159" y="1322048"/>
                  <a:pt x="6666749" y="1372012"/>
                  <a:pt x="6673850" y="1308100"/>
                </a:cubicBezTo>
                <a:cubicBezTo>
                  <a:pt x="6676665" y="1282768"/>
                  <a:pt x="6678083" y="1257300"/>
                  <a:pt x="6680200" y="1231900"/>
                </a:cubicBezTo>
                <a:cubicBezTo>
                  <a:pt x="6678083" y="1143000"/>
                  <a:pt x="6677552" y="1054048"/>
                  <a:pt x="6673850" y="965200"/>
                </a:cubicBezTo>
                <a:cubicBezTo>
                  <a:pt x="6673241" y="950596"/>
                  <a:pt x="6665758" y="917829"/>
                  <a:pt x="6661150" y="901700"/>
                </a:cubicBezTo>
                <a:cubicBezTo>
                  <a:pt x="6659311" y="895264"/>
                  <a:pt x="6656639" y="889086"/>
                  <a:pt x="6654800" y="882650"/>
                </a:cubicBezTo>
                <a:cubicBezTo>
                  <a:pt x="6652402" y="874259"/>
                  <a:pt x="6650848" y="865641"/>
                  <a:pt x="6648450" y="857250"/>
                </a:cubicBezTo>
                <a:cubicBezTo>
                  <a:pt x="6642140" y="835164"/>
                  <a:pt x="6619897" y="781094"/>
                  <a:pt x="6616700" y="774700"/>
                </a:cubicBezTo>
                <a:cubicBezTo>
                  <a:pt x="6581342" y="703983"/>
                  <a:pt x="6623588" y="793067"/>
                  <a:pt x="6597650" y="723900"/>
                </a:cubicBezTo>
                <a:cubicBezTo>
                  <a:pt x="6594326" y="715037"/>
                  <a:pt x="6588274" y="707363"/>
                  <a:pt x="6584950" y="698500"/>
                </a:cubicBezTo>
                <a:cubicBezTo>
                  <a:pt x="6581886" y="690328"/>
                  <a:pt x="6580998" y="681491"/>
                  <a:pt x="6578600" y="673100"/>
                </a:cubicBezTo>
                <a:cubicBezTo>
                  <a:pt x="6572835" y="652921"/>
                  <a:pt x="6567602" y="643772"/>
                  <a:pt x="6559550" y="622300"/>
                </a:cubicBezTo>
                <a:cubicBezTo>
                  <a:pt x="6557200" y="616033"/>
                  <a:pt x="6556451" y="609101"/>
                  <a:pt x="6553200" y="603250"/>
                </a:cubicBezTo>
                <a:cubicBezTo>
                  <a:pt x="6545787" y="589907"/>
                  <a:pt x="6527800" y="565150"/>
                  <a:pt x="6527800" y="565150"/>
                </a:cubicBezTo>
                <a:cubicBezTo>
                  <a:pt x="6520855" y="537370"/>
                  <a:pt x="6523508" y="540177"/>
                  <a:pt x="6508750" y="514350"/>
                </a:cubicBezTo>
                <a:cubicBezTo>
                  <a:pt x="6504964" y="507724"/>
                  <a:pt x="6499150" y="502274"/>
                  <a:pt x="6496050" y="495300"/>
                </a:cubicBezTo>
                <a:cubicBezTo>
                  <a:pt x="6479523" y="458115"/>
                  <a:pt x="6489636" y="450786"/>
                  <a:pt x="6457950" y="419100"/>
                </a:cubicBezTo>
                <a:cubicBezTo>
                  <a:pt x="6445250" y="406400"/>
                  <a:pt x="6429813" y="395944"/>
                  <a:pt x="6419850" y="381000"/>
                </a:cubicBezTo>
                <a:lnTo>
                  <a:pt x="6394450" y="342900"/>
                </a:lnTo>
                <a:cubicBezTo>
                  <a:pt x="6390217" y="336550"/>
                  <a:pt x="6388100" y="328083"/>
                  <a:pt x="6381750" y="323850"/>
                </a:cubicBezTo>
                <a:cubicBezTo>
                  <a:pt x="6356158" y="306789"/>
                  <a:pt x="6338189" y="296608"/>
                  <a:pt x="6318250" y="266700"/>
                </a:cubicBezTo>
                <a:cubicBezTo>
                  <a:pt x="6271146" y="196045"/>
                  <a:pt x="6315220" y="245261"/>
                  <a:pt x="6273800" y="222250"/>
                </a:cubicBezTo>
                <a:cubicBezTo>
                  <a:pt x="6260457" y="214837"/>
                  <a:pt x="6248400" y="205317"/>
                  <a:pt x="6235700" y="196850"/>
                </a:cubicBezTo>
                <a:cubicBezTo>
                  <a:pt x="6229350" y="192617"/>
                  <a:pt x="6223890" y="186563"/>
                  <a:pt x="6216650" y="184150"/>
                </a:cubicBezTo>
                <a:cubicBezTo>
                  <a:pt x="6203950" y="179917"/>
                  <a:pt x="6189689" y="178876"/>
                  <a:pt x="6178550" y="171450"/>
                </a:cubicBezTo>
                <a:cubicBezTo>
                  <a:pt x="6172200" y="167217"/>
                  <a:pt x="6166474" y="161850"/>
                  <a:pt x="6159500" y="158750"/>
                </a:cubicBezTo>
                <a:cubicBezTo>
                  <a:pt x="6147267" y="153313"/>
                  <a:pt x="6134100" y="150283"/>
                  <a:pt x="6121400" y="146050"/>
                </a:cubicBezTo>
                <a:cubicBezTo>
                  <a:pt x="6115050" y="143933"/>
                  <a:pt x="6108844" y="141323"/>
                  <a:pt x="6102350" y="139700"/>
                </a:cubicBezTo>
                <a:cubicBezTo>
                  <a:pt x="6093883" y="137583"/>
                  <a:pt x="6085309" y="135858"/>
                  <a:pt x="6076950" y="133350"/>
                </a:cubicBezTo>
                <a:cubicBezTo>
                  <a:pt x="6064128" y="129503"/>
                  <a:pt x="6051837" y="123897"/>
                  <a:pt x="6038850" y="120650"/>
                </a:cubicBezTo>
                <a:lnTo>
                  <a:pt x="5988050" y="107950"/>
                </a:lnTo>
                <a:cubicBezTo>
                  <a:pt x="5981700" y="103717"/>
                  <a:pt x="5976146" y="97930"/>
                  <a:pt x="5969000" y="95250"/>
                </a:cubicBezTo>
                <a:cubicBezTo>
                  <a:pt x="5958894" y="91460"/>
                  <a:pt x="5947786" y="91241"/>
                  <a:pt x="5937250" y="88900"/>
                </a:cubicBezTo>
                <a:cubicBezTo>
                  <a:pt x="5865421" y="72938"/>
                  <a:pt x="5978923" y="94334"/>
                  <a:pt x="5861050" y="76200"/>
                </a:cubicBezTo>
                <a:cubicBezTo>
                  <a:pt x="5820006" y="69886"/>
                  <a:pt x="5827121" y="66874"/>
                  <a:pt x="5778500" y="57150"/>
                </a:cubicBezTo>
                <a:cubicBezTo>
                  <a:pt x="5767917" y="55033"/>
                  <a:pt x="5757396" y="52574"/>
                  <a:pt x="5746750" y="50800"/>
                </a:cubicBezTo>
                <a:cubicBezTo>
                  <a:pt x="5686546" y="40766"/>
                  <a:pt x="5676796" y="42856"/>
                  <a:pt x="5600700" y="38100"/>
                </a:cubicBezTo>
                <a:cubicBezTo>
                  <a:pt x="5544623" y="24081"/>
                  <a:pt x="5605412" y="37895"/>
                  <a:pt x="5505450" y="25400"/>
                </a:cubicBezTo>
                <a:cubicBezTo>
                  <a:pt x="5494740" y="24061"/>
                  <a:pt x="5484419" y="20311"/>
                  <a:pt x="5473700" y="19050"/>
                </a:cubicBezTo>
                <a:cubicBezTo>
                  <a:pt x="5448387" y="16072"/>
                  <a:pt x="5422862" y="15236"/>
                  <a:pt x="5397500" y="12700"/>
                </a:cubicBezTo>
                <a:cubicBezTo>
                  <a:pt x="5370145" y="9965"/>
                  <a:pt x="5330005" y="3965"/>
                  <a:pt x="5302250" y="0"/>
                </a:cubicBezTo>
                <a:lnTo>
                  <a:pt x="4724400" y="6350"/>
                </a:lnTo>
                <a:cubicBezTo>
                  <a:pt x="4712550" y="6676"/>
                  <a:pt x="4594981" y="20643"/>
                  <a:pt x="4559300" y="25400"/>
                </a:cubicBezTo>
                <a:cubicBezTo>
                  <a:pt x="4544464" y="27378"/>
                  <a:pt x="4529801" y="31055"/>
                  <a:pt x="4514850" y="31750"/>
                </a:cubicBezTo>
                <a:cubicBezTo>
                  <a:pt x="4438703" y="35292"/>
                  <a:pt x="4362450" y="35983"/>
                  <a:pt x="4286250" y="38100"/>
                </a:cubicBezTo>
                <a:cubicBezTo>
                  <a:pt x="4213263" y="50264"/>
                  <a:pt x="4269644" y="42152"/>
                  <a:pt x="4152900" y="50800"/>
                </a:cubicBezTo>
                <a:cubicBezTo>
                  <a:pt x="4076640" y="56449"/>
                  <a:pt x="4090645" y="55407"/>
                  <a:pt x="4025900" y="63500"/>
                </a:cubicBezTo>
                <a:cubicBezTo>
                  <a:pt x="3961618" y="84927"/>
                  <a:pt x="4001148" y="75173"/>
                  <a:pt x="3905250" y="82550"/>
                </a:cubicBezTo>
                <a:lnTo>
                  <a:pt x="3860800" y="95250"/>
                </a:lnTo>
                <a:cubicBezTo>
                  <a:pt x="3854389" y="97173"/>
                  <a:pt x="3848352" y="100500"/>
                  <a:pt x="3841750" y="101600"/>
                </a:cubicBezTo>
                <a:cubicBezTo>
                  <a:pt x="3822844" y="104751"/>
                  <a:pt x="3803650" y="105833"/>
                  <a:pt x="3784600" y="107950"/>
                </a:cubicBezTo>
                <a:cubicBezTo>
                  <a:pt x="3738030" y="131235"/>
                  <a:pt x="3781613" y="112228"/>
                  <a:pt x="3727450" y="127000"/>
                </a:cubicBezTo>
                <a:cubicBezTo>
                  <a:pt x="3714535" y="130522"/>
                  <a:pt x="3702050" y="135467"/>
                  <a:pt x="3689350" y="139700"/>
                </a:cubicBezTo>
                <a:lnTo>
                  <a:pt x="3651250" y="152400"/>
                </a:lnTo>
                <a:lnTo>
                  <a:pt x="3594100" y="171450"/>
                </a:lnTo>
                <a:cubicBezTo>
                  <a:pt x="3512541" y="204074"/>
                  <a:pt x="3613648" y="161676"/>
                  <a:pt x="3530600" y="203200"/>
                </a:cubicBezTo>
                <a:cubicBezTo>
                  <a:pt x="3506688" y="215156"/>
                  <a:pt x="3497703" y="216187"/>
                  <a:pt x="3473450" y="222250"/>
                </a:cubicBezTo>
                <a:cubicBezTo>
                  <a:pt x="3467100" y="226483"/>
                  <a:pt x="3461374" y="231850"/>
                  <a:pt x="3454400" y="234950"/>
                </a:cubicBezTo>
                <a:cubicBezTo>
                  <a:pt x="3407669" y="255719"/>
                  <a:pt x="3428027" y="238074"/>
                  <a:pt x="3390900" y="260350"/>
                </a:cubicBezTo>
                <a:cubicBezTo>
                  <a:pt x="3377812" y="268203"/>
                  <a:pt x="3365500" y="277283"/>
                  <a:pt x="3352800" y="285750"/>
                </a:cubicBezTo>
                <a:lnTo>
                  <a:pt x="3314700" y="311150"/>
                </a:lnTo>
                <a:lnTo>
                  <a:pt x="3295650" y="323850"/>
                </a:lnTo>
                <a:cubicBezTo>
                  <a:pt x="3289300" y="328083"/>
                  <a:pt x="3283426" y="333137"/>
                  <a:pt x="3276600" y="336550"/>
                </a:cubicBezTo>
                <a:lnTo>
                  <a:pt x="3263900" y="342900"/>
                </a:lnTo>
              </a:path>
            </a:pathLst>
          </a:cu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 6"/>
          <p:cNvSpPr/>
          <p:nvPr/>
        </p:nvSpPr>
        <p:spPr>
          <a:xfrm>
            <a:off x="2209800" y="984250"/>
            <a:ext cx="1174750" cy="654563"/>
          </a:xfrm>
          <a:custGeom>
            <a:avLst/>
            <a:gdLst>
              <a:gd name="connsiteX0" fmla="*/ 1174750 w 1174750"/>
              <a:gd name="connsiteY0" fmla="*/ 0 h 654563"/>
              <a:gd name="connsiteX1" fmla="*/ 1136650 w 1174750"/>
              <a:gd name="connsiteY1" fmla="*/ 12700 h 654563"/>
              <a:gd name="connsiteX2" fmla="*/ 1111250 w 1174750"/>
              <a:gd name="connsiteY2" fmla="*/ 19050 h 654563"/>
              <a:gd name="connsiteX3" fmla="*/ 1092200 w 1174750"/>
              <a:gd name="connsiteY3" fmla="*/ 38100 h 654563"/>
              <a:gd name="connsiteX4" fmla="*/ 1060450 w 1174750"/>
              <a:gd name="connsiteY4" fmla="*/ 44450 h 654563"/>
              <a:gd name="connsiteX5" fmla="*/ 1041400 w 1174750"/>
              <a:gd name="connsiteY5" fmla="*/ 50800 h 654563"/>
              <a:gd name="connsiteX6" fmla="*/ 1016000 w 1174750"/>
              <a:gd name="connsiteY6" fmla="*/ 63500 h 654563"/>
              <a:gd name="connsiteX7" fmla="*/ 952500 w 1174750"/>
              <a:gd name="connsiteY7" fmla="*/ 82550 h 654563"/>
              <a:gd name="connsiteX8" fmla="*/ 914400 w 1174750"/>
              <a:gd name="connsiteY8" fmla="*/ 95250 h 654563"/>
              <a:gd name="connsiteX9" fmla="*/ 889000 w 1174750"/>
              <a:gd name="connsiteY9" fmla="*/ 101600 h 654563"/>
              <a:gd name="connsiteX10" fmla="*/ 831850 w 1174750"/>
              <a:gd name="connsiteY10" fmla="*/ 127000 h 654563"/>
              <a:gd name="connsiteX11" fmla="*/ 749300 w 1174750"/>
              <a:gd name="connsiteY11" fmla="*/ 158750 h 654563"/>
              <a:gd name="connsiteX12" fmla="*/ 723900 w 1174750"/>
              <a:gd name="connsiteY12" fmla="*/ 165100 h 654563"/>
              <a:gd name="connsiteX13" fmla="*/ 692150 w 1174750"/>
              <a:gd name="connsiteY13" fmla="*/ 184150 h 654563"/>
              <a:gd name="connsiteX14" fmla="*/ 641350 w 1174750"/>
              <a:gd name="connsiteY14" fmla="*/ 196850 h 654563"/>
              <a:gd name="connsiteX15" fmla="*/ 615950 w 1174750"/>
              <a:gd name="connsiteY15" fmla="*/ 209550 h 654563"/>
              <a:gd name="connsiteX16" fmla="*/ 571500 w 1174750"/>
              <a:gd name="connsiteY16" fmla="*/ 234950 h 654563"/>
              <a:gd name="connsiteX17" fmla="*/ 546100 w 1174750"/>
              <a:gd name="connsiteY17" fmla="*/ 241300 h 654563"/>
              <a:gd name="connsiteX18" fmla="*/ 482600 w 1174750"/>
              <a:gd name="connsiteY18" fmla="*/ 285750 h 654563"/>
              <a:gd name="connsiteX19" fmla="*/ 463550 w 1174750"/>
              <a:gd name="connsiteY19" fmla="*/ 292100 h 654563"/>
              <a:gd name="connsiteX20" fmla="*/ 431800 w 1174750"/>
              <a:gd name="connsiteY20" fmla="*/ 317500 h 654563"/>
              <a:gd name="connsiteX21" fmla="*/ 400050 w 1174750"/>
              <a:gd name="connsiteY21" fmla="*/ 342900 h 654563"/>
              <a:gd name="connsiteX22" fmla="*/ 381000 w 1174750"/>
              <a:gd name="connsiteY22" fmla="*/ 361950 h 654563"/>
              <a:gd name="connsiteX23" fmla="*/ 336550 w 1174750"/>
              <a:gd name="connsiteY23" fmla="*/ 400050 h 654563"/>
              <a:gd name="connsiteX24" fmla="*/ 323850 w 1174750"/>
              <a:gd name="connsiteY24" fmla="*/ 419100 h 654563"/>
              <a:gd name="connsiteX25" fmla="*/ 304800 w 1174750"/>
              <a:gd name="connsiteY25" fmla="*/ 425450 h 654563"/>
              <a:gd name="connsiteX26" fmla="*/ 285750 w 1174750"/>
              <a:gd name="connsiteY26" fmla="*/ 438150 h 654563"/>
              <a:gd name="connsiteX27" fmla="*/ 273050 w 1174750"/>
              <a:gd name="connsiteY27" fmla="*/ 457200 h 654563"/>
              <a:gd name="connsiteX28" fmla="*/ 254000 w 1174750"/>
              <a:gd name="connsiteY28" fmla="*/ 469900 h 654563"/>
              <a:gd name="connsiteX29" fmla="*/ 228600 w 1174750"/>
              <a:gd name="connsiteY29" fmla="*/ 488950 h 654563"/>
              <a:gd name="connsiteX30" fmla="*/ 209550 w 1174750"/>
              <a:gd name="connsiteY30" fmla="*/ 501650 h 654563"/>
              <a:gd name="connsiteX31" fmla="*/ 190500 w 1174750"/>
              <a:gd name="connsiteY31" fmla="*/ 520700 h 654563"/>
              <a:gd name="connsiteX32" fmla="*/ 152400 w 1174750"/>
              <a:gd name="connsiteY32" fmla="*/ 546100 h 654563"/>
              <a:gd name="connsiteX33" fmla="*/ 133350 w 1174750"/>
              <a:gd name="connsiteY33" fmla="*/ 565150 h 654563"/>
              <a:gd name="connsiteX34" fmla="*/ 114300 w 1174750"/>
              <a:gd name="connsiteY34" fmla="*/ 577850 h 654563"/>
              <a:gd name="connsiteX35" fmla="*/ 76200 w 1174750"/>
              <a:gd name="connsiteY35" fmla="*/ 596900 h 654563"/>
              <a:gd name="connsiteX36" fmla="*/ 38100 w 1174750"/>
              <a:gd name="connsiteY36" fmla="*/ 628650 h 654563"/>
              <a:gd name="connsiteX37" fmla="*/ 6350 w 1174750"/>
              <a:gd name="connsiteY37" fmla="*/ 654050 h 654563"/>
              <a:gd name="connsiteX38" fmla="*/ 0 w 1174750"/>
              <a:gd name="connsiteY38" fmla="*/ 654050 h 654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174750" h="654563">
                <a:moveTo>
                  <a:pt x="1174750" y="0"/>
                </a:moveTo>
                <a:cubicBezTo>
                  <a:pt x="1162050" y="4233"/>
                  <a:pt x="1149472" y="8853"/>
                  <a:pt x="1136650" y="12700"/>
                </a:cubicBezTo>
                <a:cubicBezTo>
                  <a:pt x="1128291" y="15208"/>
                  <a:pt x="1118827" y="14720"/>
                  <a:pt x="1111250" y="19050"/>
                </a:cubicBezTo>
                <a:cubicBezTo>
                  <a:pt x="1103453" y="23505"/>
                  <a:pt x="1100232" y="34084"/>
                  <a:pt x="1092200" y="38100"/>
                </a:cubicBezTo>
                <a:cubicBezTo>
                  <a:pt x="1082547" y="42927"/>
                  <a:pt x="1070921" y="41832"/>
                  <a:pt x="1060450" y="44450"/>
                </a:cubicBezTo>
                <a:cubicBezTo>
                  <a:pt x="1053956" y="46073"/>
                  <a:pt x="1047552" y="48163"/>
                  <a:pt x="1041400" y="50800"/>
                </a:cubicBezTo>
                <a:cubicBezTo>
                  <a:pt x="1032699" y="54529"/>
                  <a:pt x="1024789" y="59984"/>
                  <a:pt x="1016000" y="63500"/>
                </a:cubicBezTo>
                <a:cubicBezTo>
                  <a:pt x="971099" y="81461"/>
                  <a:pt x="989924" y="71323"/>
                  <a:pt x="952500" y="82550"/>
                </a:cubicBezTo>
                <a:cubicBezTo>
                  <a:pt x="939678" y="86397"/>
                  <a:pt x="927387" y="92003"/>
                  <a:pt x="914400" y="95250"/>
                </a:cubicBezTo>
                <a:cubicBezTo>
                  <a:pt x="905933" y="97367"/>
                  <a:pt x="897279" y="98840"/>
                  <a:pt x="889000" y="101600"/>
                </a:cubicBezTo>
                <a:cubicBezTo>
                  <a:pt x="844692" y="116369"/>
                  <a:pt x="870576" y="110403"/>
                  <a:pt x="831850" y="127000"/>
                </a:cubicBezTo>
                <a:cubicBezTo>
                  <a:pt x="822259" y="131110"/>
                  <a:pt x="772324" y="152172"/>
                  <a:pt x="749300" y="158750"/>
                </a:cubicBezTo>
                <a:cubicBezTo>
                  <a:pt x="740909" y="161148"/>
                  <a:pt x="732367" y="162983"/>
                  <a:pt x="723900" y="165100"/>
                </a:cubicBezTo>
                <a:cubicBezTo>
                  <a:pt x="713317" y="171450"/>
                  <a:pt x="703670" y="179719"/>
                  <a:pt x="692150" y="184150"/>
                </a:cubicBezTo>
                <a:cubicBezTo>
                  <a:pt x="675859" y="190416"/>
                  <a:pt x="656962" y="189044"/>
                  <a:pt x="641350" y="196850"/>
                </a:cubicBezTo>
                <a:cubicBezTo>
                  <a:pt x="632883" y="201083"/>
                  <a:pt x="624169" y="204854"/>
                  <a:pt x="615950" y="209550"/>
                </a:cubicBezTo>
                <a:cubicBezTo>
                  <a:pt x="592502" y="222949"/>
                  <a:pt x="599411" y="224483"/>
                  <a:pt x="571500" y="234950"/>
                </a:cubicBezTo>
                <a:cubicBezTo>
                  <a:pt x="563328" y="238014"/>
                  <a:pt x="554567" y="239183"/>
                  <a:pt x="546100" y="241300"/>
                </a:cubicBezTo>
                <a:cubicBezTo>
                  <a:pt x="534508" y="249994"/>
                  <a:pt x="491981" y="282623"/>
                  <a:pt x="482600" y="285750"/>
                </a:cubicBezTo>
                <a:lnTo>
                  <a:pt x="463550" y="292100"/>
                </a:lnTo>
                <a:cubicBezTo>
                  <a:pt x="452967" y="300567"/>
                  <a:pt x="441384" y="307916"/>
                  <a:pt x="431800" y="317500"/>
                </a:cubicBezTo>
                <a:cubicBezTo>
                  <a:pt x="403077" y="346223"/>
                  <a:pt x="437136" y="330538"/>
                  <a:pt x="400050" y="342900"/>
                </a:cubicBezTo>
                <a:cubicBezTo>
                  <a:pt x="393700" y="349250"/>
                  <a:pt x="387899" y="356201"/>
                  <a:pt x="381000" y="361950"/>
                </a:cubicBezTo>
                <a:cubicBezTo>
                  <a:pt x="347295" y="390037"/>
                  <a:pt x="374708" y="355533"/>
                  <a:pt x="336550" y="400050"/>
                </a:cubicBezTo>
                <a:cubicBezTo>
                  <a:pt x="331583" y="405844"/>
                  <a:pt x="329809" y="414332"/>
                  <a:pt x="323850" y="419100"/>
                </a:cubicBezTo>
                <a:cubicBezTo>
                  <a:pt x="318623" y="423281"/>
                  <a:pt x="310787" y="422457"/>
                  <a:pt x="304800" y="425450"/>
                </a:cubicBezTo>
                <a:cubicBezTo>
                  <a:pt x="297974" y="428863"/>
                  <a:pt x="292100" y="433917"/>
                  <a:pt x="285750" y="438150"/>
                </a:cubicBezTo>
                <a:cubicBezTo>
                  <a:pt x="281517" y="444500"/>
                  <a:pt x="278446" y="451804"/>
                  <a:pt x="273050" y="457200"/>
                </a:cubicBezTo>
                <a:cubicBezTo>
                  <a:pt x="267654" y="462596"/>
                  <a:pt x="260210" y="465464"/>
                  <a:pt x="254000" y="469900"/>
                </a:cubicBezTo>
                <a:cubicBezTo>
                  <a:pt x="245388" y="476051"/>
                  <a:pt x="237212" y="482799"/>
                  <a:pt x="228600" y="488950"/>
                </a:cubicBezTo>
                <a:cubicBezTo>
                  <a:pt x="222390" y="493386"/>
                  <a:pt x="215413" y="496764"/>
                  <a:pt x="209550" y="501650"/>
                </a:cubicBezTo>
                <a:cubicBezTo>
                  <a:pt x="202651" y="507399"/>
                  <a:pt x="197589" y="515187"/>
                  <a:pt x="190500" y="520700"/>
                </a:cubicBezTo>
                <a:cubicBezTo>
                  <a:pt x="178452" y="530071"/>
                  <a:pt x="163193" y="535307"/>
                  <a:pt x="152400" y="546100"/>
                </a:cubicBezTo>
                <a:cubicBezTo>
                  <a:pt x="146050" y="552450"/>
                  <a:pt x="140249" y="559401"/>
                  <a:pt x="133350" y="565150"/>
                </a:cubicBezTo>
                <a:cubicBezTo>
                  <a:pt x="127487" y="570036"/>
                  <a:pt x="121126" y="574437"/>
                  <a:pt x="114300" y="577850"/>
                </a:cubicBezTo>
                <a:cubicBezTo>
                  <a:pt x="85661" y="592169"/>
                  <a:pt x="103497" y="574152"/>
                  <a:pt x="76200" y="596900"/>
                </a:cubicBezTo>
                <a:cubicBezTo>
                  <a:pt x="27307" y="637644"/>
                  <a:pt x="85398" y="597118"/>
                  <a:pt x="38100" y="628650"/>
                </a:cubicBezTo>
                <a:cubicBezTo>
                  <a:pt x="23685" y="650272"/>
                  <a:pt x="30887" y="647916"/>
                  <a:pt x="6350" y="654050"/>
                </a:cubicBezTo>
                <a:cubicBezTo>
                  <a:pt x="4297" y="654563"/>
                  <a:pt x="2117" y="654050"/>
                  <a:pt x="0" y="654050"/>
                </a:cubicBezTo>
              </a:path>
            </a:pathLst>
          </a:cu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 7"/>
          <p:cNvSpPr/>
          <p:nvPr/>
        </p:nvSpPr>
        <p:spPr>
          <a:xfrm>
            <a:off x="2781300" y="965200"/>
            <a:ext cx="1778000" cy="679450"/>
          </a:xfrm>
          <a:custGeom>
            <a:avLst/>
            <a:gdLst>
              <a:gd name="connsiteX0" fmla="*/ 1778000 w 1778000"/>
              <a:gd name="connsiteY0" fmla="*/ 0 h 679450"/>
              <a:gd name="connsiteX1" fmla="*/ 1739900 w 1778000"/>
              <a:gd name="connsiteY1" fmla="*/ 38100 h 679450"/>
              <a:gd name="connsiteX2" fmla="*/ 1714500 w 1778000"/>
              <a:gd name="connsiteY2" fmla="*/ 63500 h 679450"/>
              <a:gd name="connsiteX3" fmla="*/ 1631950 w 1778000"/>
              <a:gd name="connsiteY3" fmla="*/ 114300 h 679450"/>
              <a:gd name="connsiteX4" fmla="*/ 1612900 w 1778000"/>
              <a:gd name="connsiteY4" fmla="*/ 127000 h 679450"/>
              <a:gd name="connsiteX5" fmla="*/ 1587500 w 1778000"/>
              <a:gd name="connsiteY5" fmla="*/ 146050 h 679450"/>
              <a:gd name="connsiteX6" fmla="*/ 1568450 w 1778000"/>
              <a:gd name="connsiteY6" fmla="*/ 152400 h 679450"/>
              <a:gd name="connsiteX7" fmla="*/ 1524000 w 1778000"/>
              <a:gd name="connsiteY7" fmla="*/ 184150 h 679450"/>
              <a:gd name="connsiteX8" fmla="*/ 1492250 w 1778000"/>
              <a:gd name="connsiteY8" fmla="*/ 203200 h 679450"/>
              <a:gd name="connsiteX9" fmla="*/ 1473200 w 1778000"/>
              <a:gd name="connsiteY9" fmla="*/ 209550 h 679450"/>
              <a:gd name="connsiteX10" fmla="*/ 1422400 w 1778000"/>
              <a:gd name="connsiteY10" fmla="*/ 234950 h 679450"/>
              <a:gd name="connsiteX11" fmla="*/ 1397000 w 1778000"/>
              <a:gd name="connsiteY11" fmla="*/ 247650 h 679450"/>
              <a:gd name="connsiteX12" fmla="*/ 1365250 w 1778000"/>
              <a:gd name="connsiteY12" fmla="*/ 266700 h 679450"/>
              <a:gd name="connsiteX13" fmla="*/ 1333500 w 1778000"/>
              <a:gd name="connsiteY13" fmla="*/ 279400 h 679450"/>
              <a:gd name="connsiteX14" fmla="*/ 1314450 w 1778000"/>
              <a:gd name="connsiteY14" fmla="*/ 285750 h 679450"/>
              <a:gd name="connsiteX15" fmla="*/ 1282700 w 1778000"/>
              <a:gd name="connsiteY15" fmla="*/ 304800 h 679450"/>
              <a:gd name="connsiteX16" fmla="*/ 1244600 w 1778000"/>
              <a:gd name="connsiteY16" fmla="*/ 317500 h 679450"/>
              <a:gd name="connsiteX17" fmla="*/ 1187450 w 1778000"/>
              <a:gd name="connsiteY17" fmla="*/ 342900 h 679450"/>
              <a:gd name="connsiteX18" fmla="*/ 1155700 w 1778000"/>
              <a:gd name="connsiteY18" fmla="*/ 355600 h 679450"/>
              <a:gd name="connsiteX19" fmla="*/ 1123950 w 1778000"/>
              <a:gd name="connsiteY19" fmla="*/ 361950 h 679450"/>
              <a:gd name="connsiteX20" fmla="*/ 1092200 w 1778000"/>
              <a:gd name="connsiteY20" fmla="*/ 374650 h 679450"/>
              <a:gd name="connsiteX21" fmla="*/ 1028700 w 1778000"/>
              <a:gd name="connsiteY21" fmla="*/ 387350 h 679450"/>
              <a:gd name="connsiteX22" fmla="*/ 958850 w 1778000"/>
              <a:gd name="connsiteY22" fmla="*/ 406400 h 679450"/>
              <a:gd name="connsiteX23" fmla="*/ 838200 w 1778000"/>
              <a:gd name="connsiteY23" fmla="*/ 438150 h 679450"/>
              <a:gd name="connsiteX24" fmla="*/ 806450 w 1778000"/>
              <a:gd name="connsiteY24" fmla="*/ 444500 h 679450"/>
              <a:gd name="connsiteX25" fmla="*/ 742950 w 1778000"/>
              <a:gd name="connsiteY25" fmla="*/ 463550 h 679450"/>
              <a:gd name="connsiteX26" fmla="*/ 723900 w 1778000"/>
              <a:gd name="connsiteY26" fmla="*/ 469900 h 679450"/>
              <a:gd name="connsiteX27" fmla="*/ 679450 w 1778000"/>
              <a:gd name="connsiteY27" fmla="*/ 476250 h 679450"/>
              <a:gd name="connsiteX28" fmla="*/ 660400 w 1778000"/>
              <a:gd name="connsiteY28" fmla="*/ 488950 h 679450"/>
              <a:gd name="connsiteX29" fmla="*/ 603250 w 1778000"/>
              <a:gd name="connsiteY29" fmla="*/ 501650 h 679450"/>
              <a:gd name="connsiteX30" fmla="*/ 571500 w 1778000"/>
              <a:gd name="connsiteY30" fmla="*/ 508000 h 679450"/>
              <a:gd name="connsiteX31" fmla="*/ 527050 w 1778000"/>
              <a:gd name="connsiteY31" fmla="*/ 520700 h 679450"/>
              <a:gd name="connsiteX32" fmla="*/ 482600 w 1778000"/>
              <a:gd name="connsiteY32" fmla="*/ 527050 h 679450"/>
              <a:gd name="connsiteX33" fmla="*/ 400050 w 1778000"/>
              <a:gd name="connsiteY33" fmla="*/ 546100 h 679450"/>
              <a:gd name="connsiteX34" fmla="*/ 342900 w 1778000"/>
              <a:gd name="connsiteY34" fmla="*/ 558800 h 679450"/>
              <a:gd name="connsiteX35" fmla="*/ 323850 w 1778000"/>
              <a:gd name="connsiteY35" fmla="*/ 565150 h 679450"/>
              <a:gd name="connsiteX36" fmla="*/ 298450 w 1778000"/>
              <a:gd name="connsiteY36" fmla="*/ 571500 h 679450"/>
              <a:gd name="connsiteX37" fmla="*/ 241300 w 1778000"/>
              <a:gd name="connsiteY37" fmla="*/ 590550 h 679450"/>
              <a:gd name="connsiteX38" fmla="*/ 222250 w 1778000"/>
              <a:gd name="connsiteY38" fmla="*/ 596900 h 679450"/>
              <a:gd name="connsiteX39" fmla="*/ 177800 w 1778000"/>
              <a:gd name="connsiteY39" fmla="*/ 609600 h 679450"/>
              <a:gd name="connsiteX40" fmla="*/ 152400 w 1778000"/>
              <a:gd name="connsiteY40" fmla="*/ 622300 h 679450"/>
              <a:gd name="connsiteX41" fmla="*/ 88900 w 1778000"/>
              <a:gd name="connsiteY41" fmla="*/ 641350 h 679450"/>
              <a:gd name="connsiteX42" fmla="*/ 69850 w 1778000"/>
              <a:gd name="connsiteY42" fmla="*/ 654050 h 679450"/>
              <a:gd name="connsiteX43" fmla="*/ 31750 w 1778000"/>
              <a:gd name="connsiteY43" fmla="*/ 666750 h 679450"/>
              <a:gd name="connsiteX44" fmla="*/ 12700 w 1778000"/>
              <a:gd name="connsiteY44" fmla="*/ 673100 h 679450"/>
              <a:gd name="connsiteX45" fmla="*/ 0 w 1778000"/>
              <a:gd name="connsiteY45" fmla="*/ 679450 h 67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778000" h="679450">
                <a:moveTo>
                  <a:pt x="1778000" y="0"/>
                </a:moveTo>
                <a:lnTo>
                  <a:pt x="1739900" y="38100"/>
                </a:lnTo>
                <a:cubicBezTo>
                  <a:pt x="1731433" y="46567"/>
                  <a:pt x="1724767" y="57340"/>
                  <a:pt x="1714500" y="63500"/>
                </a:cubicBezTo>
                <a:cubicBezTo>
                  <a:pt x="1689294" y="78623"/>
                  <a:pt x="1654925" y="98983"/>
                  <a:pt x="1631950" y="114300"/>
                </a:cubicBezTo>
                <a:cubicBezTo>
                  <a:pt x="1625600" y="118533"/>
                  <a:pt x="1619110" y="122564"/>
                  <a:pt x="1612900" y="127000"/>
                </a:cubicBezTo>
                <a:cubicBezTo>
                  <a:pt x="1604288" y="133151"/>
                  <a:pt x="1596689" y="140799"/>
                  <a:pt x="1587500" y="146050"/>
                </a:cubicBezTo>
                <a:cubicBezTo>
                  <a:pt x="1581688" y="149371"/>
                  <a:pt x="1574437" y="149407"/>
                  <a:pt x="1568450" y="152400"/>
                </a:cubicBezTo>
                <a:cubicBezTo>
                  <a:pt x="1557091" y="158080"/>
                  <a:pt x="1532629" y="178397"/>
                  <a:pt x="1524000" y="184150"/>
                </a:cubicBezTo>
                <a:cubicBezTo>
                  <a:pt x="1513731" y="190996"/>
                  <a:pt x="1503289" y="197680"/>
                  <a:pt x="1492250" y="203200"/>
                </a:cubicBezTo>
                <a:cubicBezTo>
                  <a:pt x="1486263" y="206193"/>
                  <a:pt x="1479294" y="206780"/>
                  <a:pt x="1473200" y="209550"/>
                </a:cubicBezTo>
                <a:cubicBezTo>
                  <a:pt x="1455965" y="217384"/>
                  <a:pt x="1439333" y="226483"/>
                  <a:pt x="1422400" y="234950"/>
                </a:cubicBezTo>
                <a:cubicBezTo>
                  <a:pt x="1413933" y="239183"/>
                  <a:pt x="1405117" y="242780"/>
                  <a:pt x="1397000" y="247650"/>
                </a:cubicBezTo>
                <a:cubicBezTo>
                  <a:pt x="1386417" y="254000"/>
                  <a:pt x="1376289" y="261180"/>
                  <a:pt x="1365250" y="266700"/>
                </a:cubicBezTo>
                <a:cubicBezTo>
                  <a:pt x="1355055" y="271798"/>
                  <a:pt x="1344173" y="275398"/>
                  <a:pt x="1333500" y="279400"/>
                </a:cubicBezTo>
                <a:cubicBezTo>
                  <a:pt x="1327233" y="281750"/>
                  <a:pt x="1320437" y="282757"/>
                  <a:pt x="1314450" y="285750"/>
                </a:cubicBezTo>
                <a:cubicBezTo>
                  <a:pt x="1303411" y="291270"/>
                  <a:pt x="1293936" y="299693"/>
                  <a:pt x="1282700" y="304800"/>
                </a:cubicBezTo>
                <a:cubicBezTo>
                  <a:pt x="1270513" y="310340"/>
                  <a:pt x="1255739" y="310074"/>
                  <a:pt x="1244600" y="317500"/>
                </a:cubicBezTo>
                <a:cubicBezTo>
                  <a:pt x="1211827" y="339349"/>
                  <a:pt x="1237324" y="324764"/>
                  <a:pt x="1187450" y="342900"/>
                </a:cubicBezTo>
                <a:cubicBezTo>
                  <a:pt x="1176738" y="346795"/>
                  <a:pt x="1166618" y="352325"/>
                  <a:pt x="1155700" y="355600"/>
                </a:cubicBezTo>
                <a:cubicBezTo>
                  <a:pt x="1145362" y="358701"/>
                  <a:pt x="1134288" y="358849"/>
                  <a:pt x="1123950" y="361950"/>
                </a:cubicBezTo>
                <a:cubicBezTo>
                  <a:pt x="1113032" y="365225"/>
                  <a:pt x="1103214" y="371713"/>
                  <a:pt x="1092200" y="374650"/>
                </a:cubicBezTo>
                <a:cubicBezTo>
                  <a:pt x="1071343" y="380212"/>
                  <a:pt x="1048742" y="379333"/>
                  <a:pt x="1028700" y="387350"/>
                </a:cubicBezTo>
                <a:cubicBezTo>
                  <a:pt x="984996" y="404832"/>
                  <a:pt x="1008194" y="398176"/>
                  <a:pt x="958850" y="406400"/>
                </a:cubicBezTo>
                <a:cubicBezTo>
                  <a:pt x="904490" y="433580"/>
                  <a:pt x="942732" y="417244"/>
                  <a:pt x="838200" y="438150"/>
                </a:cubicBezTo>
                <a:lnTo>
                  <a:pt x="806450" y="444500"/>
                </a:lnTo>
                <a:cubicBezTo>
                  <a:pt x="762559" y="466446"/>
                  <a:pt x="799875" y="450900"/>
                  <a:pt x="742950" y="463550"/>
                </a:cubicBezTo>
                <a:cubicBezTo>
                  <a:pt x="736416" y="465002"/>
                  <a:pt x="730464" y="468587"/>
                  <a:pt x="723900" y="469900"/>
                </a:cubicBezTo>
                <a:cubicBezTo>
                  <a:pt x="709224" y="472835"/>
                  <a:pt x="694267" y="474133"/>
                  <a:pt x="679450" y="476250"/>
                </a:cubicBezTo>
                <a:cubicBezTo>
                  <a:pt x="673100" y="480483"/>
                  <a:pt x="667226" y="485537"/>
                  <a:pt x="660400" y="488950"/>
                </a:cubicBezTo>
                <a:cubicBezTo>
                  <a:pt x="644406" y="496947"/>
                  <a:pt x="618580" y="498863"/>
                  <a:pt x="603250" y="501650"/>
                </a:cubicBezTo>
                <a:cubicBezTo>
                  <a:pt x="592631" y="503581"/>
                  <a:pt x="581971" y="505382"/>
                  <a:pt x="571500" y="508000"/>
                </a:cubicBezTo>
                <a:cubicBezTo>
                  <a:pt x="535229" y="517068"/>
                  <a:pt x="570602" y="512782"/>
                  <a:pt x="527050" y="520700"/>
                </a:cubicBezTo>
                <a:cubicBezTo>
                  <a:pt x="512324" y="523377"/>
                  <a:pt x="497417" y="524933"/>
                  <a:pt x="482600" y="527050"/>
                </a:cubicBezTo>
                <a:cubicBezTo>
                  <a:pt x="430301" y="544483"/>
                  <a:pt x="457752" y="537857"/>
                  <a:pt x="400050" y="546100"/>
                </a:cubicBezTo>
                <a:cubicBezTo>
                  <a:pt x="357166" y="560395"/>
                  <a:pt x="409954" y="543899"/>
                  <a:pt x="342900" y="558800"/>
                </a:cubicBezTo>
                <a:cubicBezTo>
                  <a:pt x="336366" y="560252"/>
                  <a:pt x="330286" y="563311"/>
                  <a:pt x="323850" y="565150"/>
                </a:cubicBezTo>
                <a:cubicBezTo>
                  <a:pt x="315459" y="567548"/>
                  <a:pt x="306809" y="568992"/>
                  <a:pt x="298450" y="571500"/>
                </a:cubicBezTo>
                <a:lnTo>
                  <a:pt x="241300" y="590550"/>
                </a:lnTo>
                <a:cubicBezTo>
                  <a:pt x="234950" y="592667"/>
                  <a:pt x="228744" y="595277"/>
                  <a:pt x="222250" y="596900"/>
                </a:cubicBezTo>
                <a:cubicBezTo>
                  <a:pt x="209361" y="600122"/>
                  <a:pt x="190554" y="604134"/>
                  <a:pt x="177800" y="609600"/>
                </a:cubicBezTo>
                <a:cubicBezTo>
                  <a:pt x="169099" y="613329"/>
                  <a:pt x="161263" y="618976"/>
                  <a:pt x="152400" y="622300"/>
                </a:cubicBezTo>
                <a:cubicBezTo>
                  <a:pt x="132116" y="629906"/>
                  <a:pt x="107510" y="628943"/>
                  <a:pt x="88900" y="641350"/>
                </a:cubicBezTo>
                <a:cubicBezTo>
                  <a:pt x="82550" y="645583"/>
                  <a:pt x="76824" y="650950"/>
                  <a:pt x="69850" y="654050"/>
                </a:cubicBezTo>
                <a:cubicBezTo>
                  <a:pt x="57617" y="659487"/>
                  <a:pt x="44450" y="662517"/>
                  <a:pt x="31750" y="666750"/>
                </a:cubicBezTo>
                <a:cubicBezTo>
                  <a:pt x="25400" y="668867"/>
                  <a:pt x="18687" y="670107"/>
                  <a:pt x="12700" y="673100"/>
                </a:cubicBezTo>
                <a:lnTo>
                  <a:pt x="0" y="679450"/>
                </a:lnTo>
              </a:path>
            </a:pathLst>
          </a:cu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자유형 8"/>
          <p:cNvSpPr/>
          <p:nvPr/>
        </p:nvSpPr>
        <p:spPr>
          <a:xfrm>
            <a:off x="1149942" y="603250"/>
            <a:ext cx="6311308" cy="4299207"/>
          </a:xfrm>
          <a:custGeom>
            <a:avLst/>
            <a:gdLst>
              <a:gd name="connsiteX0" fmla="*/ 5301658 w 6311308"/>
              <a:gd name="connsiteY0" fmla="*/ 19050 h 4299207"/>
              <a:gd name="connsiteX1" fmla="*/ 5384208 w 6311308"/>
              <a:gd name="connsiteY1" fmla="*/ 0 h 4299207"/>
              <a:gd name="connsiteX2" fmla="*/ 5555658 w 6311308"/>
              <a:gd name="connsiteY2" fmla="*/ 6350 h 4299207"/>
              <a:gd name="connsiteX3" fmla="*/ 5587408 w 6311308"/>
              <a:gd name="connsiteY3" fmla="*/ 12700 h 4299207"/>
              <a:gd name="connsiteX4" fmla="*/ 5631858 w 6311308"/>
              <a:gd name="connsiteY4" fmla="*/ 19050 h 4299207"/>
              <a:gd name="connsiteX5" fmla="*/ 5701708 w 6311308"/>
              <a:gd name="connsiteY5" fmla="*/ 31750 h 4299207"/>
              <a:gd name="connsiteX6" fmla="*/ 5720758 w 6311308"/>
              <a:gd name="connsiteY6" fmla="*/ 38100 h 4299207"/>
              <a:gd name="connsiteX7" fmla="*/ 5828708 w 6311308"/>
              <a:gd name="connsiteY7" fmla="*/ 50800 h 4299207"/>
              <a:gd name="connsiteX8" fmla="*/ 5879508 w 6311308"/>
              <a:gd name="connsiteY8" fmla="*/ 63500 h 4299207"/>
              <a:gd name="connsiteX9" fmla="*/ 5949358 w 6311308"/>
              <a:gd name="connsiteY9" fmla="*/ 76200 h 4299207"/>
              <a:gd name="connsiteX10" fmla="*/ 5974758 w 6311308"/>
              <a:gd name="connsiteY10" fmla="*/ 88900 h 4299207"/>
              <a:gd name="connsiteX11" fmla="*/ 6000158 w 6311308"/>
              <a:gd name="connsiteY11" fmla="*/ 95250 h 4299207"/>
              <a:gd name="connsiteX12" fmla="*/ 6019208 w 6311308"/>
              <a:gd name="connsiteY12" fmla="*/ 101600 h 4299207"/>
              <a:gd name="connsiteX13" fmla="*/ 6044608 w 6311308"/>
              <a:gd name="connsiteY13" fmla="*/ 107950 h 4299207"/>
              <a:gd name="connsiteX14" fmla="*/ 6095408 w 6311308"/>
              <a:gd name="connsiteY14" fmla="*/ 127000 h 4299207"/>
              <a:gd name="connsiteX15" fmla="*/ 6120808 w 6311308"/>
              <a:gd name="connsiteY15" fmla="*/ 133350 h 4299207"/>
              <a:gd name="connsiteX16" fmla="*/ 6139858 w 6311308"/>
              <a:gd name="connsiteY16" fmla="*/ 139700 h 4299207"/>
              <a:gd name="connsiteX17" fmla="*/ 6158908 w 6311308"/>
              <a:gd name="connsiteY17" fmla="*/ 158750 h 4299207"/>
              <a:gd name="connsiteX18" fmla="*/ 6177958 w 6311308"/>
              <a:gd name="connsiteY18" fmla="*/ 165100 h 4299207"/>
              <a:gd name="connsiteX19" fmla="*/ 6197008 w 6311308"/>
              <a:gd name="connsiteY19" fmla="*/ 177800 h 4299207"/>
              <a:gd name="connsiteX20" fmla="*/ 6228758 w 6311308"/>
              <a:gd name="connsiteY20" fmla="*/ 222250 h 4299207"/>
              <a:gd name="connsiteX21" fmla="*/ 6254158 w 6311308"/>
              <a:gd name="connsiteY21" fmla="*/ 279400 h 4299207"/>
              <a:gd name="connsiteX22" fmla="*/ 6279558 w 6311308"/>
              <a:gd name="connsiteY22" fmla="*/ 330200 h 4299207"/>
              <a:gd name="connsiteX23" fmla="*/ 6298608 w 6311308"/>
              <a:gd name="connsiteY23" fmla="*/ 444500 h 4299207"/>
              <a:gd name="connsiteX24" fmla="*/ 6304958 w 6311308"/>
              <a:gd name="connsiteY24" fmla="*/ 476250 h 4299207"/>
              <a:gd name="connsiteX25" fmla="*/ 6311308 w 6311308"/>
              <a:gd name="connsiteY25" fmla="*/ 527050 h 4299207"/>
              <a:gd name="connsiteX26" fmla="*/ 6304958 w 6311308"/>
              <a:gd name="connsiteY26" fmla="*/ 698500 h 4299207"/>
              <a:gd name="connsiteX27" fmla="*/ 6298608 w 6311308"/>
              <a:gd name="connsiteY27" fmla="*/ 730250 h 4299207"/>
              <a:gd name="connsiteX28" fmla="*/ 6292258 w 6311308"/>
              <a:gd name="connsiteY28" fmla="*/ 774700 h 4299207"/>
              <a:gd name="connsiteX29" fmla="*/ 6285908 w 6311308"/>
              <a:gd name="connsiteY29" fmla="*/ 793750 h 4299207"/>
              <a:gd name="connsiteX30" fmla="*/ 6279558 w 6311308"/>
              <a:gd name="connsiteY30" fmla="*/ 831850 h 4299207"/>
              <a:gd name="connsiteX31" fmla="*/ 6254158 w 6311308"/>
              <a:gd name="connsiteY31" fmla="*/ 882650 h 4299207"/>
              <a:gd name="connsiteX32" fmla="*/ 6247808 w 6311308"/>
              <a:gd name="connsiteY32" fmla="*/ 914400 h 4299207"/>
              <a:gd name="connsiteX33" fmla="*/ 6235108 w 6311308"/>
              <a:gd name="connsiteY33" fmla="*/ 939800 h 4299207"/>
              <a:gd name="connsiteX34" fmla="*/ 6190658 w 6311308"/>
              <a:gd name="connsiteY34" fmla="*/ 1022350 h 4299207"/>
              <a:gd name="connsiteX35" fmla="*/ 6165258 w 6311308"/>
              <a:gd name="connsiteY35" fmla="*/ 1085850 h 4299207"/>
              <a:gd name="connsiteX36" fmla="*/ 6146208 w 6311308"/>
              <a:gd name="connsiteY36" fmla="*/ 1104900 h 4299207"/>
              <a:gd name="connsiteX37" fmla="*/ 6133508 w 6311308"/>
              <a:gd name="connsiteY37" fmla="*/ 1136650 h 4299207"/>
              <a:gd name="connsiteX38" fmla="*/ 6127158 w 6311308"/>
              <a:gd name="connsiteY38" fmla="*/ 1155700 h 4299207"/>
              <a:gd name="connsiteX39" fmla="*/ 6114458 w 6311308"/>
              <a:gd name="connsiteY39" fmla="*/ 1174750 h 4299207"/>
              <a:gd name="connsiteX40" fmla="*/ 6108108 w 6311308"/>
              <a:gd name="connsiteY40" fmla="*/ 1193800 h 4299207"/>
              <a:gd name="connsiteX41" fmla="*/ 6089058 w 6311308"/>
              <a:gd name="connsiteY41" fmla="*/ 1219200 h 4299207"/>
              <a:gd name="connsiteX42" fmla="*/ 6063658 w 6311308"/>
              <a:gd name="connsiteY42" fmla="*/ 1270000 h 4299207"/>
              <a:gd name="connsiteX43" fmla="*/ 6050958 w 6311308"/>
              <a:gd name="connsiteY43" fmla="*/ 1295400 h 4299207"/>
              <a:gd name="connsiteX44" fmla="*/ 6031908 w 6311308"/>
              <a:gd name="connsiteY44" fmla="*/ 1314450 h 4299207"/>
              <a:gd name="connsiteX45" fmla="*/ 6000158 w 6311308"/>
              <a:gd name="connsiteY45" fmla="*/ 1358900 h 4299207"/>
              <a:gd name="connsiteX46" fmla="*/ 5981108 w 6311308"/>
              <a:gd name="connsiteY46" fmla="*/ 1390650 h 4299207"/>
              <a:gd name="connsiteX47" fmla="*/ 5955708 w 6311308"/>
              <a:gd name="connsiteY47" fmla="*/ 1428750 h 4299207"/>
              <a:gd name="connsiteX48" fmla="*/ 5936658 w 6311308"/>
              <a:gd name="connsiteY48" fmla="*/ 1460500 h 4299207"/>
              <a:gd name="connsiteX49" fmla="*/ 5911258 w 6311308"/>
              <a:gd name="connsiteY49" fmla="*/ 1492250 h 4299207"/>
              <a:gd name="connsiteX50" fmla="*/ 5892208 w 6311308"/>
              <a:gd name="connsiteY50" fmla="*/ 1524000 h 4299207"/>
              <a:gd name="connsiteX51" fmla="*/ 5873158 w 6311308"/>
              <a:gd name="connsiteY51" fmla="*/ 1549400 h 4299207"/>
              <a:gd name="connsiteX52" fmla="*/ 5860458 w 6311308"/>
              <a:gd name="connsiteY52" fmla="*/ 1581150 h 4299207"/>
              <a:gd name="connsiteX53" fmla="*/ 5841408 w 6311308"/>
              <a:gd name="connsiteY53" fmla="*/ 1600200 h 4299207"/>
              <a:gd name="connsiteX54" fmla="*/ 5828708 w 6311308"/>
              <a:gd name="connsiteY54" fmla="*/ 1625600 h 4299207"/>
              <a:gd name="connsiteX55" fmla="*/ 5809658 w 6311308"/>
              <a:gd name="connsiteY55" fmla="*/ 1657350 h 4299207"/>
              <a:gd name="connsiteX56" fmla="*/ 5777908 w 6311308"/>
              <a:gd name="connsiteY56" fmla="*/ 1695450 h 4299207"/>
              <a:gd name="connsiteX57" fmla="*/ 5758858 w 6311308"/>
              <a:gd name="connsiteY57" fmla="*/ 1727200 h 4299207"/>
              <a:gd name="connsiteX58" fmla="*/ 5746158 w 6311308"/>
              <a:gd name="connsiteY58" fmla="*/ 1746250 h 4299207"/>
              <a:gd name="connsiteX59" fmla="*/ 5739808 w 6311308"/>
              <a:gd name="connsiteY59" fmla="*/ 1765300 h 4299207"/>
              <a:gd name="connsiteX60" fmla="*/ 5720758 w 6311308"/>
              <a:gd name="connsiteY60" fmla="*/ 1784350 h 4299207"/>
              <a:gd name="connsiteX61" fmla="*/ 5708058 w 6311308"/>
              <a:gd name="connsiteY61" fmla="*/ 1803400 h 4299207"/>
              <a:gd name="connsiteX62" fmla="*/ 5669958 w 6311308"/>
              <a:gd name="connsiteY62" fmla="*/ 1854200 h 4299207"/>
              <a:gd name="connsiteX63" fmla="*/ 5657258 w 6311308"/>
              <a:gd name="connsiteY63" fmla="*/ 1873250 h 4299207"/>
              <a:gd name="connsiteX64" fmla="*/ 5619158 w 6311308"/>
              <a:gd name="connsiteY64" fmla="*/ 1911350 h 4299207"/>
              <a:gd name="connsiteX65" fmla="*/ 5574708 w 6311308"/>
              <a:gd name="connsiteY65" fmla="*/ 1968500 h 4299207"/>
              <a:gd name="connsiteX66" fmla="*/ 5542958 w 6311308"/>
              <a:gd name="connsiteY66" fmla="*/ 2000250 h 4299207"/>
              <a:gd name="connsiteX67" fmla="*/ 5530258 w 6311308"/>
              <a:gd name="connsiteY67" fmla="*/ 2019300 h 4299207"/>
              <a:gd name="connsiteX68" fmla="*/ 5504858 w 6311308"/>
              <a:gd name="connsiteY68" fmla="*/ 2038350 h 4299207"/>
              <a:gd name="connsiteX69" fmla="*/ 5454058 w 6311308"/>
              <a:gd name="connsiteY69" fmla="*/ 2095500 h 4299207"/>
              <a:gd name="connsiteX70" fmla="*/ 5428658 w 6311308"/>
              <a:gd name="connsiteY70" fmla="*/ 2114550 h 4299207"/>
              <a:gd name="connsiteX71" fmla="*/ 5377858 w 6311308"/>
              <a:gd name="connsiteY71" fmla="*/ 2165350 h 4299207"/>
              <a:gd name="connsiteX72" fmla="*/ 5358808 w 6311308"/>
              <a:gd name="connsiteY72" fmla="*/ 2184400 h 4299207"/>
              <a:gd name="connsiteX73" fmla="*/ 5333408 w 6311308"/>
              <a:gd name="connsiteY73" fmla="*/ 2209800 h 4299207"/>
              <a:gd name="connsiteX74" fmla="*/ 5295308 w 6311308"/>
              <a:gd name="connsiteY74" fmla="*/ 2247900 h 4299207"/>
              <a:gd name="connsiteX75" fmla="*/ 5244508 w 6311308"/>
              <a:gd name="connsiteY75" fmla="*/ 2298700 h 4299207"/>
              <a:gd name="connsiteX76" fmla="*/ 5181008 w 6311308"/>
              <a:gd name="connsiteY76" fmla="*/ 2349500 h 4299207"/>
              <a:gd name="connsiteX77" fmla="*/ 5073058 w 6311308"/>
              <a:gd name="connsiteY77" fmla="*/ 2438400 h 4299207"/>
              <a:gd name="connsiteX78" fmla="*/ 4990508 w 6311308"/>
              <a:gd name="connsiteY78" fmla="*/ 2501900 h 4299207"/>
              <a:gd name="connsiteX79" fmla="*/ 4990508 w 6311308"/>
              <a:gd name="connsiteY79" fmla="*/ 2501900 h 4299207"/>
              <a:gd name="connsiteX80" fmla="*/ 4952408 w 6311308"/>
              <a:gd name="connsiteY80" fmla="*/ 2533650 h 4299207"/>
              <a:gd name="connsiteX81" fmla="*/ 4907958 w 6311308"/>
              <a:gd name="connsiteY81" fmla="*/ 2565400 h 4299207"/>
              <a:gd name="connsiteX82" fmla="*/ 4888908 w 6311308"/>
              <a:gd name="connsiteY82" fmla="*/ 2571750 h 4299207"/>
              <a:gd name="connsiteX83" fmla="*/ 4831758 w 6311308"/>
              <a:gd name="connsiteY83" fmla="*/ 2616200 h 4299207"/>
              <a:gd name="connsiteX84" fmla="*/ 4761908 w 6311308"/>
              <a:gd name="connsiteY84" fmla="*/ 2660650 h 4299207"/>
              <a:gd name="connsiteX85" fmla="*/ 4692058 w 6311308"/>
              <a:gd name="connsiteY85" fmla="*/ 2711450 h 4299207"/>
              <a:gd name="connsiteX86" fmla="*/ 4647608 w 6311308"/>
              <a:gd name="connsiteY86" fmla="*/ 2724150 h 4299207"/>
              <a:gd name="connsiteX87" fmla="*/ 4584108 w 6311308"/>
              <a:gd name="connsiteY87" fmla="*/ 2762250 h 4299207"/>
              <a:gd name="connsiteX88" fmla="*/ 4558708 w 6311308"/>
              <a:gd name="connsiteY88" fmla="*/ 2774950 h 4299207"/>
              <a:gd name="connsiteX89" fmla="*/ 4533308 w 6311308"/>
              <a:gd name="connsiteY89" fmla="*/ 2794000 h 4299207"/>
              <a:gd name="connsiteX90" fmla="*/ 4507908 w 6311308"/>
              <a:gd name="connsiteY90" fmla="*/ 2800350 h 4299207"/>
              <a:gd name="connsiteX91" fmla="*/ 4482508 w 6311308"/>
              <a:gd name="connsiteY91" fmla="*/ 2813050 h 4299207"/>
              <a:gd name="connsiteX92" fmla="*/ 4463458 w 6311308"/>
              <a:gd name="connsiteY92" fmla="*/ 2832100 h 4299207"/>
              <a:gd name="connsiteX93" fmla="*/ 4431708 w 6311308"/>
              <a:gd name="connsiteY93" fmla="*/ 2838450 h 4299207"/>
              <a:gd name="connsiteX94" fmla="*/ 4380908 w 6311308"/>
              <a:gd name="connsiteY94" fmla="*/ 2870200 h 4299207"/>
              <a:gd name="connsiteX95" fmla="*/ 4330108 w 6311308"/>
              <a:gd name="connsiteY95" fmla="*/ 2895600 h 4299207"/>
              <a:gd name="connsiteX96" fmla="*/ 4292008 w 6311308"/>
              <a:gd name="connsiteY96" fmla="*/ 2908300 h 4299207"/>
              <a:gd name="connsiteX97" fmla="*/ 4266608 w 6311308"/>
              <a:gd name="connsiteY97" fmla="*/ 2921000 h 4299207"/>
              <a:gd name="connsiteX98" fmla="*/ 4234858 w 6311308"/>
              <a:gd name="connsiteY98" fmla="*/ 2940050 h 4299207"/>
              <a:gd name="connsiteX99" fmla="*/ 4196758 w 6311308"/>
              <a:gd name="connsiteY99" fmla="*/ 2946400 h 4299207"/>
              <a:gd name="connsiteX100" fmla="*/ 4133258 w 6311308"/>
              <a:gd name="connsiteY100" fmla="*/ 2978150 h 4299207"/>
              <a:gd name="connsiteX101" fmla="*/ 4107858 w 6311308"/>
              <a:gd name="connsiteY101" fmla="*/ 2984500 h 4299207"/>
              <a:gd name="connsiteX102" fmla="*/ 4044358 w 6311308"/>
              <a:gd name="connsiteY102" fmla="*/ 3009900 h 4299207"/>
              <a:gd name="connsiteX103" fmla="*/ 3993558 w 6311308"/>
              <a:gd name="connsiteY103" fmla="*/ 3028950 h 4299207"/>
              <a:gd name="connsiteX104" fmla="*/ 3942758 w 6311308"/>
              <a:gd name="connsiteY104" fmla="*/ 3048000 h 4299207"/>
              <a:gd name="connsiteX105" fmla="*/ 3891958 w 6311308"/>
              <a:gd name="connsiteY105" fmla="*/ 3060700 h 4299207"/>
              <a:gd name="connsiteX106" fmla="*/ 3822108 w 6311308"/>
              <a:gd name="connsiteY106" fmla="*/ 3092450 h 4299207"/>
              <a:gd name="connsiteX107" fmla="*/ 3771308 w 6311308"/>
              <a:gd name="connsiteY107" fmla="*/ 3105150 h 4299207"/>
              <a:gd name="connsiteX108" fmla="*/ 3745908 w 6311308"/>
              <a:gd name="connsiteY108" fmla="*/ 3111500 h 4299207"/>
              <a:gd name="connsiteX109" fmla="*/ 3714158 w 6311308"/>
              <a:gd name="connsiteY109" fmla="*/ 3117850 h 4299207"/>
              <a:gd name="connsiteX110" fmla="*/ 3682408 w 6311308"/>
              <a:gd name="connsiteY110" fmla="*/ 3130550 h 4299207"/>
              <a:gd name="connsiteX111" fmla="*/ 3625258 w 6311308"/>
              <a:gd name="connsiteY111" fmla="*/ 3143250 h 4299207"/>
              <a:gd name="connsiteX112" fmla="*/ 3561758 w 6311308"/>
              <a:gd name="connsiteY112" fmla="*/ 3155950 h 4299207"/>
              <a:gd name="connsiteX113" fmla="*/ 3542708 w 6311308"/>
              <a:gd name="connsiteY113" fmla="*/ 3162300 h 4299207"/>
              <a:gd name="connsiteX114" fmla="*/ 3510958 w 6311308"/>
              <a:gd name="connsiteY114" fmla="*/ 3175000 h 4299207"/>
              <a:gd name="connsiteX115" fmla="*/ 3485558 w 6311308"/>
              <a:gd name="connsiteY115" fmla="*/ 3181350 h 4299207"/>
              <a:gd name="connsiteX116" fmla="*/ 3447458 w 6311308"/>
              <a:gd name="connsiteY116" fmla="*/ 3194050 h 4299207"/>
              <a:gd name="connsiteX117" fmla="*/ 3390308 w 6311308"/>
              <a:gd name="connsiteY117" fmla="*/ 3200400 h 4299207"/>
              <a:gd name="connsiteX118" fmla="*/ 3320458 w 6311308"/>
              <a:gd name="connsiteY118" fmla="*/ 3232150 h 4299207"/>
              <a:gd name="connsiteX119" fmla="*/ 3288708 w 6311308"/>
              <a:gd name="connsiteY119" fmla="*/ 3238500 h 4299207"/>
              <a:gd name="connsiteX120" fmla="*/ 3269658 w 6311308"/>
              <a:gd name="connsiteY120" fmla="*/ 3244850 h 4299207"/>
              <a:gd name="connsiteX121" fmla="*/ 3244258 w 6311308"/>
              <a:gd name="connsiteY121" fmla="*/ 3251200 h 4299207"/>
              <a:gd name="connsiteX122" fmla="*/ 3206158 w 6311308"/>
              <a:gd name="connsiteY122" fmla="*/ 3263900 h 4299207"/>
              <a:gd name="connsiteX123" fmla="*/ 3187108 w 6311308"/>
              <a:gd name="connsiteY123" fmla="*/ 3270250 h 4299207"/>
              <a:gd name="connsiteX124" fmla="*/ 3161708 w 6311308"/>
              <a:gd name="connsiteY124" fmla="*/ 3282950 h 4299207"/>
              <a:gd name="connsiteX125" fmla="*/ 3129958 w 6311308"/>
              <a:gd name="connsiteY125" fmla="*/ 3289300 h 4299207"/>
              <a:gd name="connsiteX126" fmla="*/ 3104558 w 6311308"/>
              <a:gd name="connsiteY126" fmla="*/ 3302000 h 4299207"/>
              <a:gd name="connsiteX127" fmla="*/ 3079158 w 6311308"/>
              <a:gd name="connsiteY127" fmla="*/ 3308350 h 4299207"/>
              <a:gd name="connsiteX128" fmla="*/ 3060108 w 6311308"/>
              <a:gd name="connsiteY128" fmla="*/ 3314700 h 4299207"/>
              <a:gd name="connsiteX129" fmla="*/ 3028358 w 6311308"/>
              <a:gd name="connsiteY129" fmla="*/ 3327400 h 4299207"/>
              <a:gd name="connsiteX130" fmla="*/ 3009308 w 6311308"/>
              <a:gd name="connsiteY130" fmla="*/ 3333750 h 4299207"/>
              <a:gd name="connsiteX131" fmla="*/ 2990258 w 6311308"/>
              <a:gd name="connsiteY131" fmla="*/ 3346450 h 4299207"/>
              <a:gd name="connsiteX132" fmla="*/ 2952158 w 6311308"/>
              <a:gd name="connsiteY132" fmla="*/ 3352800 h 4299207"/>
              <a:gd name="connsiteX133" fmla="*/ 2901358 w 6311308"/>
              <a:gd name="connsiteY133" fmla="*/ 3378200 h 4299207"/>
              <a:gd name="connsiteX134" fmla="*/ 2850558 w 6311308"/>
              <a:gd name="connsiteY134" fmla="*/ 3390900 h 4299207"/>
              <a:gd name="connsiteX135" fmla="*/ 2831508 w 6311308"/>
              <a:gd name="connsiteY135" fmla="*/ 3403600 h 4299207"/>
              <a:gd name="connsiteX136" fmla="*/ 2768008 w 6311308"/>
              <a:gd name="connsiteY136" fmla="*/ 3422650 h 4299207"/>
              <a:gd name="connsiteX137" fmla="*/ 2717208 w 6311308"/>
              <a:gd name="connsiteY137" fmla="*/ 3441700 h 4299207"/>
              <a:gd name="connsiteX138" fmla="*/ 2672758 w 6311308"/>
              <a:gd name="connsiteY138" fmla="*/ 3460750 h 4299207"/>
              <a:gd name="connsiteX139" fmla="*/ 2647358 w 6311308"/>
              <a:gd name="connsiteY139" fmla="*/ 3473450 h 4299207"/>
              <a:gd name="connsiteX140" fmla="*/ 2621958 w 6311308"/>
              <a:gd name="connsiteY140" fmla="*/ 3479800 h 4299207"/>
              <a:gd name="connsiteX141" fmla="*/ 2583858 w 6311308"/>
              <a:gd name="connsiteY141" fmla="*/ 3492500 h 4299207"/>
              <a:gd name="connsiteX142" fmla="*/ 2558458 w 6311308"/>
              <a:gd name="connsiteY142" fmla="*/ 3498850 h 4299207"/>
              <a:gd name="connsiteX143" fmla="*/ 2533058 w 6311308"/>
              <a:gd name="connsiteY143" fmla="*/ 3511550 h 4299207"/>
              <a:gd name="connsiteX144" fmla="*/ 2514008 w 6311308"/>
              <a:gd name="connsiteY144" fmla="*/ 3524250 h 4299207"/>
              <a:gd name="connsiteX145" fmla="*/ 2469558 w 6311308"/>
              <a:gd name="connsiteY145" fmla="*/ 3530600 h 4299207"/>
              <a:gd name="connsiteX146" fmla="*/ 2450508 w 6311308"/>
              <a:gd name="connsiteY146" fmla="*/ 3543300 h 4299207"/>
              <a:gd name="connsiteX147" fmla="*/ 2406058 w 6311308"/>
              <a:gd name="connsiteY147" fmla="*/ 3556000 h 4299207"/>
              <a:gd name="connsiteX148" fmla="*/ 2387008 w 6311308"/>
              <a:gd name="connsiteY148" fmla="*/ 3568700 h 4299207"/>
              <a:gd name="connsiteX149" fmla="*/ 2355258 w 6311308"/>
              <a:gd name="connsiteY149" fmla="*/ 3581400 h 4299207"/>
              <a:gd name="connsiteX150" fmla="*/ 2266358 w 6311308"/>
              <a:gd name="connsiteY150" fmla="*/ 3619500 h 4299207"/>
              <a:gd name="connsiteX151" fmla="*/ 2228258 w 6311308"/>
              <a:gd name="connsiteY151" fmla="*/ 3632200 h 4299207"/>
              <a:gd name="connsiteX152" fmla="*/ 2209208 w 6311308"/>
              <a:gd name="connsiteY152" fmla="*/ 3644900 h 4299207"/>
              <a:gd name="connsiteX153" fmla="*/ 2190158 w 6311308"/>
              <a:gd name="connsiteY153" fmla="*/ 3651250 h 4299207"/>
              <a:gd name="connsiteX154" fmla="*/ 2164758 w 6311308"/>
              <a:gd name="connsiteY154" fmla="*/ 3663950 h 4299207"/>
              <a:gd name="connsiteX155" fmla="*/ 2113958 w 6311308"/>
              <a:gd name="connsiteY155" fmla="*/ 3689350 h 4299207"/>
              <a:gd name="connsiteX156" fmla="*/ 2063158 w 6311308"/>
              <a:gd name="connsiteY156" fmla="*/ 3721100 h 4299207"/>
              <a:gd name="connsiteX157" fmla="*/ 2012358 w 6311308"/>
              <a:gd name="connsiteY157" fmla="*/ 3740150 h 4299207"/>
              <a:gd name="connsiteX158" fmla="*/ 1993308 w 6311308"/>
              <a:gd name="connsiteY158" fmla="*/ 3752850 h 4299207"/>
              <a:gd name="connsiteX159" fmla="*/ 1974258 w 6311308"/>
              <a:gd name="connsiteY159" fmla="*/ 3759200 h 4299207"/>
              <a:gd name="connsiteX160" fmla="*/ 1948858 w 6311308"/>
              <a:gd name="connsiteY160" fmla="*/ 3771900 h 4299207"/>
              <a:gd name="connsiteX161" fmla="*/ 1879008 w 6311308"/>
              <a:gd name="connsiteY161" fmla="*/ 3803650 h 4299207"/>
              <a:gd name="connsiteX162" fmla="*/ 1834558 w 6311308"/>
              <a:gd name="connsiteY162" fmla="*/ 3829050 h 4299207"/>
              <a:gd name="connsiteX163" fmla="*/ 1796458 w 6311308"/>
              <a:gd name="connsiteY163" fmla="*/ 3854450 h 4299207"/>
              <a:gd name="connsiteX164" fmla="*/ 1777408 w 6311308"/>
              <a:gd name="connsiteY164" fmla="*/ 3860800 h 4299207"/>
              <a:gd name="connsiteX165" fmla="*/ 1720258 w 6311308"/>
              <a:gd name="connsiteY165" fmla="*/ 3898900 h 4299207"/>
              <a:gd name="connsiteX166" fmla="*/ 1663108 w 6311308"/>
              <a:gd name="connsiteY166" fmla="*/ 3937000 h 4299207"/>
              <a:gd name="connsiteX167" fmla="*/ 1644058 w 6311308"/>
              <a:gd name="connsiteY167" fmla="*/ 3949700 h 4299207"/>
              <a:gd name="connsiteX168" fmla="*/ 1605958 w 6311308"/>
              <a:gd name="connsiteY168" fmla="*/ 3987800 h 4299207"/>
              <a:gd name="connsiteX169" fmla="*/ 1555158 w 6311308"/>
              <a:gd name="connsiteY169" fmla="*/ 4019550 h 4299207"/>
              <a:gd name="connsiteX170" fmla="*/ 1498008 w 6311308"/>
              <a:gd name="connsiteY170" fmla="*/ 4064000 h 4299207"/>
              <a:gd name="connsiteX171" fmla="*/ 1478958 w 6311308"/>
              <a:gd name="connsiteY171" fmla="*/ 4083050 h 4299207"/>
              <a:gd name="connsiteX172" fmla="*/ 1434508 w 6311308"/>
              <a:gd name="connsiteY172" fmla="*/ 4108450 h 4299207"/>
              <a:gd name="connsiteX173" fmla="*/ 1415458 w 6311308"/>
              <a:gd name="connsiteY173" fmla="*/ 4133850 h 4299207"/>
              <a:gd name="connsiteX174" fmla="*/ 1377358 w 6311308"/>
              <a:gd name="connsiteY174" fmla="*/ 4159250 h 4299207"/>
              <a:gd name="connsiteX175" fmla="*/ 1358308 w 6311308"/>
              <a:gd name="connsiteY175" fmla="*/ 4178300 h 4299207"/>
              <a:gd name="connsiteX176" fmla="*/ 1339258 w 6311308"/>
              <a:gd name="connsiteY176" fmla="*/ 4191000 h 4299207"/>
              <a:gd name="connsiteX177" fmla="*/ 1301158 w 6311308"/>
              <a:gd name="connsiteY177" fmla="*/ 4222750 h 4299207"/>
              <a:gd name="connsiteX178" fmla="*/ 1288458 w 6311308"/>
              <a:gd name="connsiteY178" fmla="*/ 4241800 h 4299207"/>
              <a:gd name="connsiteX179" fmla="*/ 1269408 w 6311308"/>
              <a:gd name="connsiteY179" fmla="*/ 4254500 h 4299207"/>
              <a:gd name="connsiteX180" fmla="*/ 1244008 w 6311308"/>
              <a:gd name="connsiteY180" fmla="*/ 4286250 h 4299207"/>
              <a:gd name="connsiteX181" fmla="*/ 1224958 w 6311308"/>
              <a:gd name="connsiteY181" fmla="*/ 4241800 h 4299207"/>
              <a:gd name="connsiteX182" fmla="*/ 1212258 w 6311308"/>
              <a:gd name="connsiteY182" fmla="*/ 4222750 h 4299207"/>
              <a:gd name="connsiteX183" fmla="*/ 1205908 w 6311308"/>
              <a:gd name="connsiteY183" fmla="*/ 4203700 h 4299207"/>
              <a:gd name="connsiteX184" fmla="*/ 1167808 w 6311308"/>
              <a:gd name="connsiteY184" fmla="*/ 4165600 h 4299207"/>
              <a:gd name="connsiteX185" fmla="*/ 1110658 w 6311308"/>
              <a:gd name="connsiteY185" fmla="*/ 4102100 h 4299207"/>
              <a:gd name="connsiteX186" fmla="*/ 1072558 w 6311308"/>
              <a:gd name="connsiteY186" fmla="*/ 4076700 h 4299207"/>
              <a:gd name="connsiteX187" fmla="*/ 1053508 w 6311308"/>
              <a:gd name="connsiteY187" fmla="*/ 4064000 h 4299207"/>
              <a:gd name="connsiteX188" fmla="*/ 1028108 w 6311308"/>
              <a:gd name="connsiteY188" fmla="*/ 4051300 h 4299207"/>
              <a:gd name="connsiteX189" fmla="*/ 983658 w 6311308"/>
              <a:gd name="connsiteY189" fmla="*/ 4025900 h 4299207"/>
              <a:gd name="connsiteX190" fmla="*/ 964608 w 6311308"/>
              <a:gd name="connsiteY190" fmla="*/ 4019550 h 4299207"/>
              <a:gd name="connsiteX191" fmla="*/ 913808 w 6311308"/>
              <a:gd name="connsiteY191" fmla="*/ 4006850 h 4299207"/>
              <a:gd name="connsiteX192" fmla="*/ 888408 w 6311308"/>
              <a:gd name="connsiteY192" fmla="*/ 3994150 h 4299207"/>
              <a:gd name="connsiteX193" fmla="*/ 843958 w 6311308"/>
              <a:gd name="connsiteY193" fmla="*/ 3987800 h 4299207"/>
              <a:gd name="connsiteX194" fmla="*/ 659808 w 6311308"/>
              <a:gd name="connsiteY194" fmla="*/ 3981450 h 4299207"/>
              <a:gd name="connsiteX195" fmla="*/ 609008 w 6311308"/>
              <a:gd name="connsiteY195" fmla="*/ 3975100 h 4299207"/>
              <a:gd name="connsiteX196" fmla="*/ 589958 w 6311308"/>
              <a:gd name="connsiteY196" fmla="*/ 3968750 h 4299207"/>
              <a:gd name="connsiteX197" fmla="*/ 545508 w 6311308"/>
              <a:gd name="connsiteY197" fmla="*/ 3962400 h 4299207"/>
              <a:gd name="connsiteX198" fmla="*/ 520108 w 6311308"/>
              <a:gd name="connsiteY198" fmla="*/ 3956050 h 4299207"/>
              <a:gd name="connsiteX199" fmla="*/ 482008 w 6311308"/>
              <a:gd name="connsiteY199" fmla="*/ 3949700 h 4299207"/>
              <a:gd name="connsiteX200" fmla="*/ 456608 w 6311308"/>
              <a:gd name="connsiteY200" fmla="*/ 3943350 h 4299207"/>
              <a:gd name="connsiteX201" fmla="*/ 412158 w 6311308"/>
              <a:gd name="connsiteY201" fmla="*/ 3937000 h 4299207"/>
              <a:gd name="connsiteX202" fmla="*/ 386758 w 6311308"/>
              <a:gd name="connsiteY202" fmla="*/ 3930650 h 4299207"/>
              <a:gd name="connsiteX203" fmla="*/ 329608 w 6311308"/>
              <a:gd name="connsiteY203" fmla="*/ 3924300 h 4299207"/>
              <a:gd name="connsiteX204" fmla="*/ 234358 w 6311308"/>
              <a:gd name="connsiteY204" fmla="*/ 3911600 h 4299207"/>
              <a:gd name="connsiteX205" fmla="*/ 101008 w 6311308"/>
              <a:gd name="connsiteY205" fmla="*/ 3879850 h 4299207"/>
              <a:gd name="connsiteX206" fmla="*/ 24808 w 6311308"/>
              <a:gd name="connsiteY206" fmla="*/ 3860800 h 4299207"/>
              <a:gd name="connsiteX207" fmla="*/ 12108 w 6311308"/>
              <a:gd name="connsiteY207" fmla="*/ 3841750 h 4299207"/>
              <a:gd name="connsiteX208" fmla="*/ 12108 w 6311308"/>
              <a:gd name="connsiteY208" fmla="*/ 3765550 h 4299207"/>
              <a:gd name="connsiteX209" fmla="*/ 24808 w 6311308"/>
              <a:gd name="connsiteY209" fmla="*/ 3759200 h 4299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</a:cxnLst>
            <a:rect l="l" t="t" r="r" b="b"/>
            <a:pathLst>
              <a:path w="6311308" h="4299207">
                <a:moveTo>
                  <a:pt x="5301658" y="19050"/>
                </a:moveTo>
                <a:cubicBezTo>
                  <a:pt x="5362929" y="3732"/>
                  <a:pt x="5335342" y="9773"/>
                  <a:pt x="5384208" y="0"/>
                </a:cubicBezTo>
                <a:cubicBezTo>
                  <a:pt x="5441358" y="2117"/>
                  <a:pt x="5498580" y="2783"/>
                  <a:pt x="5555658" y="6350"/>
                </a:cubicBezTo>
                <a:cubicBezTo>
                  <a:pt x="5566430" y="7023"/>
                  <a:pt x="5576762" y="10926"/>
                  <a:pt x="5587408" y="12700"/>
                </a:cubicBezTo>
                <a:cubicBezTo>
                  <a:pt x="5602171" y="15161"/>
                  <a:pt x="5617132" y="16373"/>
                  <a:pt x="5631858" y="19050"/>
                </a:cubicBezTo>
                <a:cubicBezTo>
                  <a:pt x="5741639" y="39010"/>
                  <a:pt x="5528809" y="7050"/>
                  <a:pt x="5701708" y="31750"/>
                </a:cubicBezTo>
                <a:cubicBezTo>
                  <a:pt x="5708058" y="33867"/>
                  <a:pt x="5714224" y="36648"/>
                  <a:pt x="5720758" y="38100"/>
                </a:cubicBezTo>
                <a:cubicBezTo>
                  <a:pt x="5756043" y="45941"/>
                  <a:pt x="5793022" y="47556"/>
                  <a:pt x="5828708" y="50800"/>
                </a:cubicBezTo>
                <a:cubicBezTo>
                  <a:pt x="5845641" y="55033"/>
                  <a:pt x="5862229" y="61032"/>
                  <a:pt x="5879508" y="63500"/>
                </a:cubicBezTo>
                <a:cubicBezTo>
                  <a:pt x="5895733" y="65818"/>
                  <a:pt x="5930933" y="69291"/>
                  <a:pt x="5949358" y="76200"/>
                </a:cubicBezTo>
                <a:cubicBezTo>
                  <a:pt x="5958221" y="79524"/>
                  <a:pt x="5965895" y="85576"/>
                  <a:pt x="5974758" y="88900"/>
                </a:cubicBezTo>
                <a:cubicBezTo>
                  <a:pt x="5982930" y="91964"/>
                  <a:pt x="5991767" y="92852"/>
                  <a:pt x="6000158" y="95250"/>
                </a:cubicBezTo>
                <a:cubicBezTo>
                  <a:pt x="6006594" y="97089"/>
                  <a:pt x="6012772" y="99761"/>
                  <a:pt x="6019208" y="101600"/>
                </a:cubicBezTo>
                <a:cubicBezTo>
                  <a:pt x="6027599" y="103998"/>
                  <a:pt x="6036217" y="105552"/>
                  <a:pt x="6044608" y="107950"/>
                </a:cubicBezTo>
                <a:cubicBezTo>
                  <a:pt x="6075819" y="116867"/>
                  <a:pt x="6055149" y="113580"/>
                  <a:pt x="6095408" y="127000"/>
                </a:cubicBezTo>
                <a:cubicBezTo>
                  <a:pt x="6103687" y="129760"/>
                  <a:pt x="6112417" y="130952"/>
                  <a:pt x="6120808" y="133350"/>
                </a:cubicBezTo>
                <a:cubicBezTo>
                  <a:pt x="6127244" y="135189"/>
                  <a:pt x="6133508" y="137583"/>
                  <a:pt x="6139858" y="139700"/>
                </a:cubicBezTo>
                <a:cubicBezTo>
                  <a:pt x="6146208" y="146050"/>
                  <a:pt x="6151436" y="153769"/>
                  <a:pt x="6158908" y="158750"/>
                </a:cubicBezTo>
                <a:cubicBezTo>
                  <a:pt x="6164477" y="162463"/>
                  <a:pt x="6171971" y="162107"/>
                  <a:pt x="6177958" y="165100"/>
                </a:cubicBezTo>
                <a:cubicBezTo>
                  <a:pt x="6184784" y="168513"/>
                  <a:pt x="6190658" y="173567"/>
                  <a:pt x="6197008" y="177800"/>
                </a:cubicBezTo>
                <a:cubicBezTo>
                  <a:pt x="6231815" y="247414"/>
                  <a:pt x="6185852" y="162182"/>
                  <a:pt x="6228758" y="222250"/>
                </a:cubicBezTo>
                <a:cubicBezTo>
                  <a:pt x="6238482" y="235864"/>
                  <a:pt x="6247664" y="265330"/>
                  <a:pt x="6254158" y="279400"/>
                </a:cubicBezTo>
                <a:cubicBezTo>
                  <a:pt x="6262092" y="296590"/>
                  <a:pt x="6279558" y="330200"/>
                  <a:pt x="6279558" y="330200"/>
                </a:cubicBezTo>
                <a:cubicBezTo>
                  <a:pt x="6307024" y="467528"/>
                  <a:pt x="6280553" y="327144"/>
                  <a:pt x="6298608" y="444500"/>
                </a:cubicBezTo>
                <a:cubicBezTo>
                  <a:pt x="6300249" y="455167"/>
                  <a:pt x="6303317" y="465583"/>
                  <a:pt x="6304958" y="476250"/>
                </a:cubicBezTo>
                <a:cubicBezTo>
                  <a:pt x="6307553" y="493117"/>
                  <a:pt x="6309191" y="510117"/>
                  <a:pt x="6311308" y="527050"/>
                </a:cubicBezTo>
                <a:cubicBezTo>
                  <a:pt x="6309191" y="584200"/>
                  <a:pt x="6308525" y="641422"/>
                  <a:pt x="6304958" y="698500"/>
                </a:cubicBezTo>
                <a:cubicBezTo>
                  <a:pt x="6304285" y="709272"/>
                  <a:pt x="6300382" y="719604"/>
                  <a:pt x="6298608" y="730250"/>
                </a:cubicBezTo>
                <a:cubicBezTo>
                  <a:pt x="6296147" y="745013"/>
                  <a:pt x="6295193" y="760024"/>
                  <a:pt x="6292258" y="774700"/>
                </a:cubicBezTo>
                <a:cubicBezTo>
                  <a:pt x="6290945" y="781264"/>
                  <a:pt x="6287360" y="787216"/>
                  <a:pt x="6285908" y="793750"/>
                </a:cubicBezTo>
                <a:cubicBezTo>
                  <a:pt x="6283115" y="806319"/>
                  <a:pt x="6282946" y="819428"/>
                  <a:pt x="6279558" y="831850"/>
                </a:cubicBezTo>
                <a:cubicBezTo>
                  <a:pt x="6272388" y="858139"/>
                  <a:pt x="6267580" y="862516"/>
                  <a:pt x="6254158" y="882650"/>
                </a:cubicBezTo>
                <a:cubicBezTo>
                  <a:pt x="6252041" y="893233"/>
                  <a:pt x="6251221" y="904161"/>
                  <a:pt x="6247808" y="914400"/>
                </a:cubicBezTo>
                <a:cubicBezTo>
                  <a:pt x="6244815" y="923380"/>
                  <a:pt x="6239705" y="931525"/>
                  <a:pt x="6235108" y="939800"/>
                </a:cubicBezTo>
                <a:cubicBezTo>
                  <a:pt x="6219916" y="967145"/>
                  <a:pt x="6200718" y="992169"/>
                  <a:pt x="6190658" y="1022350"/>
                </a:cubicBezTo>
                <a:cubicBezTo>
                  <a:pt x="6184875" y="1039700"/>
                  <a:pt x="6176937" y="1069499"/>
                  <a:pt x="6165258" y="1085850"/>
                </a:cubicBezTo>
                <a:cubicBezTo>
                  <a:pt x="6160038" y="1093158"/>
                  <a:pt x="6152558" y="1098550"/>
                  <a:pt x="6146208" y="1104900"/>
                </a:cubicBezTo>
                <a:cubicBezTo>
                  <a:pt x="6141975" y="1115483"/>
                  <a:pt x="6137510" y="1125977"/>
                  <a:pt x="6133508" y="1136650"/>
                </a:cubicBezTo>
                <a:cubicBezTo>
                  <a:pt x="6131158" y="1142917"/>
                  <a:pt x="6130151" y="1149713"/>
                  <a:pt x="6127158" y="1155700"/>
                </a:cubicBezTo>
                <a:cubicBezTo>
                  <a:pt x="6123745" y="1162526"/>
                  <a:pt x="6117871" y="1167924"/>
                  <a:pt x="6114458" y="1174750"/>
                </a:cubicBezTo>
                <a:cubicBezTo>
                  <a:pt x="6111465" y="1180737"/>
                  <a:pt x="6111429" y="1187988"/>
                  <a:pt x="6108108" y="1193800"/>
                </a:cubicBezTo>
                <a:cubicBezTo>
                  <a:pt x="6102857" y="1202989"/>
                  <a:pt x="6094391" y="1210058"/>
                  <a:pt x="6089058" y="1219200"/>
                </a:cubicBezTo>
                <a:cubicBezTo>
                  <a:pt x="6079519" y="1235553"/>
                  <a:pt x="6072125" y="1253067"/>
                  <a:pt x="6063658" y="1270000"/>
                </a:cubicBezTo>
                <a:cubicBezTo>
                  <a:pt x="6059425" y="1278467"/>
                  <a:pt x="6057651" y="1288707"/>
                  <a:pt x="6050958" y="1295400"/>
                </a:cubicBezTo>
                <a:lnTo>
                  <a:pt x="6031908" y="1314450"/>
                </a:lnTo>
                <a:cubicBezTo>
                  <a:pt x="6018964" y="1353282"/>
                  <a:pt x="6035313" y="1313700"/>
                  <a:pt x="6000158" y="1358900"/>
                </a:cubicBezTo>
                <a:cubicBezTo>
                  <a:pt x="5992581" y="1368642"/>
                  <a:pt x="5987458" y="1380067"/>
                  <a:pt x="5981108" y="1390650"/>
                </a:cubicBezTo>
                <a:cubicBezTo>
                  <a:pt x="5967597" y="1444693"/>
                  <a:pt x="5986663" y="1392636"/>
                  <a:pt x="5955708" y="1428750"/>
                </a:cubicBezTo>
                <a:cubicBezTo>
                  <a:pt x="5947676" y="1438121"/>
                  <a:pt x="5943736" y="1450389"/>
                  <a:pt x="5936658" y="1460500"/>
                </a:cubicBezTo>
                <a:cubicBezTo>
                  <a:pt x="5928886" y="1471603"/>
                  <a:pt x="5919030" y="1481147"/>
                  <a:pt x="5911258" y="1492250"/>
                </a:cubicBezTo>
                <a:cubicBezTo>
                  <a:pt x="5904180" y="1502361"/>
                  <a:pt x="5899054" y="1513731"/>
                  <a:pt x="5892208" y="1524000"/>
                </a:cubicBezTo>
                <a:cubicBezTo>
                  <a:pt x="5886337" y="1532806"/>
                  <a:pt x="5878298" y="1540149"/>
                  <a:pt x="5873158" y="1549400"/>
                </a:cubicBezTo>
                <a:cubicBezTo>
                  <a:pt x="5867622" y="1559364"/>
                  <a:pt x="5866499" y="1571484"/>
                  <a:pt x="5860458" y="1581150"/>
                </a:cubicBezTo>
                <a:cubicBezTo>
                  <a:pt x="5855698" y="1588765"/>
                  <a:pt x="5846628" y="1592892"/>
                  <a:pt x="5841408" y="1600200"/>
                </a:cubicBezTo>
                <a:cubicBezTo>
                  <a:pt x="5835906" y="1607903"/>
                  <a:pt x="5833305" y="1617325"/>
                  <a:pt x="5828708" y="1625600"/>
                </a:cubicBezTo>
                <a:cubicBezTo>
                  <a:pt x="5822714" y="1636389"/>
                  <a:pt x="5816199" y="1646884"/>
                  <a:pt x="5809658" y="1657350"/>
                </a:cubicBezTo>
                <a:cubicBezTo>
                  <a:pt x="5772638" y="1716582"/>
                  <a:pt x="5825110" y="1632513"/>
                  <a:pt x="5777908" y="1695450"/>
                </a:cubicBezTo>
                <a:cubicBezTo>
                  <a:pt x="5770503" y="1705324"/>
                  <a:pt x="5765399" y="1716734"/>
                  <a:pt x="5758858" y="1727200"/>
                </a:cubicBezTo>
                <a:cubicBezTo>
                  <a:pt x="5754813" y="1733672"/>
                  <a:pt x="5749571" y="1739424"/>
                  <a:pt x="5746158" y="1746250"/>
                </a:cubicBezTo>
                <a:cubicBezTo>
                  <a:pt x="5743165" y="1752237"/>
                  <a:pt x="5743521" y="1759731"/>
                  <a:pt x="5739808" y="1765300"/>
                </a:cubicBezTo>
                <a:cubicBezTo>
                  <a:pt x="5734827" y="1772772"/>
                  <a:pt x="5726507" y="1777451"/>
                  <a:pt x="5720758" y="1784350"/>
                </a:cubicBezTo>
                <a:cubicBezTo>
                  <a:pt x="5715872" y="1790213"/>
                  <a:pt x="5712547" y="1797228"/>
                  <a:pt x="5708058" y="1803400"/>
                </a:cubicBezTo>
                <a:cubicBezTo>
                  <a:pt x="5695608" y="1820518"/>
                  <a:pt x="5681699" y="1836588"/>
                  <a:pt x="5669958" y="1854200"/>
                </a:cubicBezTo>
                <a:cubicBezTo>
                  <a:pt x="5665725" y="1860550"/>
                  <a:pt x="5662328" y="1867546"/>
                  <a:pt x="5657258" y="1873250"/>
                </a:cubicBezTo>
                <a:cubicBezTo>
                  <a:pt x="5645326" y="1886674"/>
                  <a:pt x="5629121" y="1896406"/>
                  <a:pt x="5619158" y="1911350"/>
                </a:cubicBezTo>
                <a:cubicBezTo>
                  <a:pt x="5601516" y="1937813"/>
                  <a:pt x="5602185" y="1938276"/>
                  <a:pt x="5574708" y="1968500"/>
                </a:cubicBezTo>
                <a:cubicBezTo>
                  <a:pt x="5564640" y="1979575"/>
                  <a:pt x="5552814" y="1988986"/>
                  <a:pt x="5542958" y="2000250"/>
                </a:cubicBezTo>
                <a:cubicBezTo>
                  <a:pt x="5537932" y="2005993"/>
                  <a:pt x="5535654" y="2013904"/>
                  <a:pt x="5530258" y="2019300"/>
                </a:cubicBezTo>
                <a:cubicBezTo>
                  <a:pt x="5522774" y="2026784"/>
                  <a:pt x="5512823" y="2031381"/>
                  <a:pt x="5504858" y="2038350"/>
                </a:cubicBezTo>
                <a:cubicBezTo>
                  <a:pt x="5446762" y="2089184"/>
                  <a:pt x="5513099" y="2036459"/>
                  <a:pt x="5454058" y="2095500"/>
                </a:cubicBezTo>
                <a:cubicBezTo>
                  <a:pt x="5446574" y="2102984"/>
                  <a:pt x="5436460" y="2107399"/>
                  <a:pt x="5428658" y="2114550"/>
                </a:cubicBezTo>
                <a:cubicBezTo>
                  <a:pt x="5411005" y="2130732"/>
                  <a:pt x="5394791" y="2148417"/>
                  <a:pt x="5377858" y="2165350"/>
                </a:cubicBezTo>
                <a:lnTo>
                  <a:pt x="5358808" y="2184400"/>
                </a:lnTo>
                <a:cubicBezTo>
                  <a:pt x="5350341" y="2192867"/>
                  <a:pt x="5340592" y="2200221"/>
                  <a:pt x="5333408" y="2209800"/>
                </a:cubicBezTo>
                <a:cubicBezTo>
                  <a:pt x="5287705" y="2270737"/>
                  <a:pt x="5339082" y="2208106"/>
                  <a:pt x="5295308" y="2247900"/>
                </a:cubicBezTo>
                <a:cubicBezTo>
                  <a:pt x="5277588" y="2264009"/>
                  <a:pt x="5263208" y="2283740"/>
                  <a:pt x="5244508" y="2298700"/>
                </a:cubicBezTo>
                <a:cubicBezTo>
                  <a:pt x="5223341" y="2315633"/>
                  <a:pt x="5200175" y="2330333"/>
                  <a:pt x="5181008" y="2349500"/>
                </a:cubicBezTo>
                <a:cubicBezTo>
                  <a:pt x="5109738" y="2420770"/>
                  <a:pt x="5146704" y="2392371"/>
                  <a:pt x="5073058" y="2438400"/>
                </a:cubicBezTo>
                <a:cubicBezTo>
                  <a:pt x="5039197" y="2483547"/>
                  <a:pt x="5063083" y="2458355"/>
                  <a:pt x="4990508" y="2501900"/>
                </a:cubicBezTo>
                <a:lnTo>
                  <a:pt x="4990508" y="2501900"/>
                </a:lnTo>
                <a:cubicBezTo>
                  <a:pt x="4960860" y="2531548"/>
                  <a:pt x="4983350" y="2511548"/>
                  <a:pt x="4952408" y="2533650"/>
                </a:cubicBezTo>
                <a:cubicBezTo>
                  <a:pt x="4945697" y="2538444"/>
                  <a:pt x="4917935" y="2560412"/>
                  <a:pt x="4907958" y="2565400"/>
                </a:cubicBezTo>
                <a:cubicBezTo>
                  <a:pt x="4901971" y="2568393"/>
                  <a:pt x="4895258" y="2569633"/>
                  <a:pt x="4888908" y="2571750"/>
                </a:cubicBezTo>
                <a:cubicBezTo>
                  <a:pt x="4869858" y="2586567"/>
                  <a:pt x="4852119" y="2603243"/>
                  <a:pt x="4831758" y="2616200"/>
                </a:cubicBezTo>
                <a:cubicBezTo>
                  <a:pt x="4808475" y="2631017"/>
                  <a:pt x="4783458" y="2643410"/>
                  <a:pt x="4761908" y="2660650"/>
                </a:cubicBezTo>
                <a:cubicBezTo>
                  <a:pt x="4744812" y="2674327"/>
                  <a:pt x="4711510" y="2702472"/>
                  <a:pt x="4692058" y="2711450"/>
                </a:cubicBezTo>
                <a:cubicBezTo>
                  <a:pt x="4678067" y="2717908"/>
                  <a:pt x="4662425" y="2719917"/>
                  <a:pt x="4647608" y="2724150"/>
                </a:cubicBezTo>
                <a:cubicBezTo>
                  <a:pt x="4626441" y="2736850"/>
                  <a:pt x="4606186" y="2751211"/>
                  <a:pt x="4584108" y="2762250"/>
                </a:cubicBezTo>
                <a:cubicBezTo>
                  <a:pt x="4575641" y="2766483"/>
                  <a:pt x="4566735" y="2769933"/>
                  <a:pt x="4558708" y="2774950"/>
                </a:cubicBezTo>
                <a:cubicBezTo>
                  <a:pt x="4549733" y="2780559"/>
                  <a:pt x="4542774" y="2789267"/>
                  <a:pt x="4533308" y="2794000"/>
                </a:cubicBezTo>
                <a:cubicBezTo>
                  <a:pt x="4525502" y="2797903"/>
                  <a:pt x="4516080" y="2797286"/>
                  <a:pt x="4507908" y="2800350"/>
                </a:cubicBezTo>
                <a:cubicBezTo>
                  <a:pt x="4499045" y="2803674"/>
                  <a:pt x="4490211" y="2807548"/>
                  <a:pt x="4482508" y="2813050"/>
                </a:cubicBezTo>
                <a:cubicBezTo>
                  <a:pt x="4475200" y="2818270"/>
                  <a:pt x="4471490" y="2828084"/>
                  <a:pt x="4463458" y="2832100"/>
                </a:cubicBezTo>
                <a:cubicBezTo>
                  <a:pt x="4453805" y="2836927"/>
                  <a:pt x="4442291" y="2836333"/>
                  <a:pt x="4431708" y="2838450"/>
                </a:cubicBezTo>
                <a:cubicBezTo>
                  <a:pt x="4398281" y="2871877"/>
                  <a:pt x="4429014" y="2846147"/>
                  <a:pt x="4380908" y="2870200"/>
                </a:cubicBezTo>
                <a:cubicBezTo>
                  <a:pt x="4324433" y="2898438"/>
                  <a:pt x="4410676" y="2866302"/>
                  <a:pt x="4330108" y="2895600"/>
                </a:cubicBezTo>
                <a:cubicBezTo>
                  <a:pt x="4317527" y="2900175"/>
                  <a:pt x="4303982" y="2902313"/>
                  <a:pt x="4292008" y="2908300"/>
                </a:cubicBezTo>
                <a:cubicBezTo>
                  <a:pt x="4283541" y="2912533"/>
                  <a:pt x="4274883" y="2916403"/>
                  <a:pt x="4266608" y="2921000"/>
                </a:cubicBezTo>
                <a:cubicBezTo>
                  <a:pt x="4255819" y="2926994"/>
                  <a:pt x="4246457" y="2935832"/>
                  <a:pt x="4234858" y="2940050"/>
                </a:cubicBezTo>
                <a:cubicBezTo>
                  <a:pt x="4222758" y="2944450"/>
                  <a:pt x="4209458" y="2944283"/>
                  <a:pt x="4196758" y="2946400"/>
                </a:cubicBezTo>
                <a:cubicBezTo>
                  <a:pt x="4166930" y="2964297"/>
                  <a:pt x="4165665" y="2967348"/>
                  <a:pt x="4133258" y="2978150"/>
                </a:cubicBezTo>
                <a:cubicBezTo>
                  <a:pt x="4124979" y="2980910"/>
                  <a:pt x="4115961" y="2981259"/>
                  <a:pt x="4107858" y="2984500"/>
                </a:cubicBezTo>
                <a:cubicBezTo>
                  <a:pt x="4031348" y="3015104"/>
                  <a:pt x="4102343" y="2995404"/>
                  <a:pt x="4044358" y="3009900"/>
                </a:cubicBezTo>
                <a:cubicBezTo>
                  <a:pt x="4012999" y="3030806"/>
                  <a:pt x="4037500" y="3017965"/>
                  <a:pt x="3993558" y="3028950"/>
                </a:cubicBezTo>
                <a:cubicBezTo>
                  <a:pt x="3979145" y="3032553"/>
                  <a:pt x="3954412" y="3043630"/>
                  <a:pt x="3942758" y="3048000"/>
                </a:cubicBezTo>
                <a:cubicBezTo>
                  <a:pt x="3920443" y="3056368"/>
                  <a:pt x="3919027" y="3055286"/>
                  <a:pt x="3891958" y="3060700"/>
                </a:cubicBezTo>
                <a:cubicBezTo>
                  <a:pt x="3863086" y="3075136"/>
                  <a:pt x="3849249" y="3085048"/>
                  <a:pt x="3822108" y="3092450"/>
                </a:cubicBezTo>
                <a:cubicBezTo>
                  <a:pt x="3805269" y="3097043"/>
                  <a:pt x="3788241" y="3100917"/>
                  <a:pt x="3771308" y="3105150"/>
                </a:cubicBezTo>
                <a:cubicBezTo>
                  <a:pt x="3762841" y="3107267"/>
                  <a:pt x="3754466" y="3109788"/>
                  <a:pt x="3745908" y="3111500"/>
                </a:cubicBezTo>
                <a:cubicBezTo>
                  <a:pt x="3735325" y="3113617"/>
                  <a:pt x="3724496" y="3114749"/>
                  <a:pt x="3714158" y="3117850"/>
                </a:cubicBezTo>
                <a:cubicBezTo>
                  <a:pt x="3703240" y="3121125"/>
                  <a:pt x="3693222" y="3126945"/>
                  <a:pt x="3682408" y="3130550"/>
                </a:cubicBezTo>
                <a:cubicBezTo>
                  <a:pt x="3662852" y="3137069"/>
                  <a:pt x="3645389" y="3138217"/>
                  <a:pt x="3625258" y="3143250"/>
                </a:cubicBezTo>
                <a:cubicBezTo>
                  <a:pt x="3566149" y="3158027"/>
                  <a:pt x="3670660" y="3140393"/>
                  <a:pt x="3561758" y="3155950"/>
                </a:cubicBezTo>
                <a:cubicBezTo>
                  <a:pt x="3555408" y="3158067"/>
                  <a:pt x="3548975" y="3159950"/>
                  <a:pt x="3542708" y="3162300"/>
                </a:cubicBezTo>
                <a:cubicBezTo>
                  <a:pt x="3532035" y="3166302"/>
                  <a:pt x="3521772" y="3171395"/>
                  <a:pt x="3510958" y="3175000"/>
                </a:cubicBezTo>
                <a:cubicBezTo>
                  <a:pt x="3502679" y="3177760"/>
                  <a:pt x="3493917" y="3178842"/>
                  <a:pt x="3485558" y="3181350"/>
                </a:cubicBezTo>
                <a:cubicBezTo>
                  <a:pt x="3472736" y="3185197"/>
                  <a:pt x="3460585" y="3191425"/>
                  <a:pt x="3447458" y="3194050"/>
                </a:cubicBezTo>
                <a:cubicBezTo>
                  <a:pt x="3428663" y="3197809"/>
                  <a:pt x="3409358" y="3198283"/>
                  <a:pt x="3390308" y="3200400"/>
                </a:cubicBezTo>
                <a:cubicBezTo>
                  <a:pt x="3368325" y="3211392"/>
                  <a:pt x="3343237" y="3224557"/>
                  <a:pt x="3320458" y="3232150"/>
                </a:cubicBezTo>
                <a:cubicBezTo>
                  <a:pt x="3310219" y="3235563"/>
                  <a:pt x="3299179" y="3235882"/>
                  <a:pt x="3288708" y="3238500"/>
                </a:cubicBezTo>
                <a:cubicBezTo>
                  <a:pt x="3282214" y="3240123"/>
                  <a:pt x="3276094" y="3243011"/>
                  <a:pt x="3269658" y="3244850"/>
                </a:cubicBezTo>
                <a:cubicBezTo>
                  <a:pt x="3261267" y="3247248"/>
                  <a:pt x="3252617" y="3248692"/>
                  <a:pt x="3244258" y="3251200"/>
                </a:cubicBezTo>
                <a:cubicBezTo>
                  <a:pt x="3231436" y="3255047"/>
                  <a:pt x="3218858" y="3259667"/>
                  <a:pt x="3206158" y="3263900"/>
                </a:cubicBezTo>
                <a:cubicBezTo>
                  <a:pt x="3199808" y="3266017"/>
                  <a:pt x="3193095" y="3267257"/>
                  <a:pt x="3187108" y="3270250"/>
                </a:cubicBezTo>
                <a:cubicBezTo>
                  <a:pt x="3178641" y="3274483"/>
                  <a:pt x="3170688" y="3279957"/>
                  <a:pt x="3161708" y="3282950"/>
                </a:cubicBezTo>
                <a:cubicBezTo>
                  <a:pt x="3151469" y="3286363"/>
                  <a:pt x="3140541" y="3287183"/>
                  <a:pt x="3129958" y="3289300"/>
                </a:cubicBezTo>
                <a:cubicBezTo>
                  <a:pt x="3121491" y="3293533"/>
                  <a:pt x="3113421" y="3298676"/>
                  <a:pt x="3104558" y="3302000"/>
                </a:cubicBezTo>
                <a:cubicBezTo>
                  <a:pt x="3096386" y="3305064"/>
                  <a:pt x="3087549" y="3305952"/>
                  <a:pt x="3079158" y="3308350"/>
                </a:cubicBezTo>
                <a:cubicBezTo>
                  <a:pt x="3072722" y="3310189"/>
                  <a:pt x="3066375" y="3312350"/>
                  <a:pt x="3060108" y="3314700"/>
                </a:cubicBezTo>
                <a:cubicBezTo>
                  <a:pt x="3049435" y="3318702"/>
                  <a:pt x="3039031" y="3323398"/>
                  <a:pt x="3028358" y="3327400"/>
                </a:cubicBezTo>
                <a:cubicBezTo>
                  <a:pt x="3022091" y="3329750"/>
                  <a:pt x="3015295" y="3330757"/>
                  <a:pt x="3009308" y="3333750"/>
                </a:cubicBezTo>
                <a:cubicBezTo>
                  <a:pt x="3002482" y="3337163"/>
                  <a:pt x="2997498" y="3344037"/>
                  <a:pt x="2990258" y="3346450"/>
                </a:cubicBezTo>
                <a:cubicBezTo>
                  <a:pt x="2978044" y="3350521"/>
                  <a:pt x="2964858" y="3350683"/>
                  <a:pt x="2952158" y="3352800"/>
                </a:cubicBezTo>
                <a:cubicBezTo>
                  <a:pt x="2935225" y="3361267"/>
                  <a:pt x="2919725" y="3373608"/>
                  <a:pt x="2901358" y="3378200"/>
                </a:cubicBezTo>
                <a:lnTo>
                  <a:pt x="2850558" y="3390900"/>
                </a:lnTo>
                <a:cubicBezTo>
                  <a:pt x="2844208" y="3395133"/>
                  <a:pt x="2838482" y="3400500"/>
                  <a:pt x="2831508" y="3403600"/>
                </a:cubicBezTo>
                <a:cubicBezTo>
                  <a:pt x="2753346" y="3438339"/>
                  <a:pt x="2827115" y="3400485"/>
                  <a:pt x="2768008" y="3422650"/>
                </a:cubicBezTo>
                <a:cubicBezTo>
                  <a:pt x="2701596" y="3447554"/>
                  <a:pt x="2782406" y="3425401"/>
                  <a:pt x="2717208" y="3441700"/>
                </a:cubicBezTo>
                <a:cubicBezTo>
                  <a:pt x="2678602" y="3467437"/>
                  <a:pt x="2719621" y="3443176"/>
                  <a:pt x="2672758" y="3460750"/>
                </a:cubicBezTo>
                <a:cubicBezTo>
                  <a:pt x="2663895" y="3464074"/>
                  <a:pt x="2656221" y="3470126"/>
                  <a:pt x="2647358" y="3473450"/>
                </a:cubicBezTo>
                <a:cubicBezTo>
                  <a:pt x="2639186" y="3476514"/>
                  <a:pt x="2630317" y="3477292"/>
                  <a:pt x="2621958" y="3479800"/>
                </a:cubicBezTo>
                <a:cubicBezTo>
                  <a:pt x="2609136" y="3483647"/>
                  <a:pt x="2596845" y="3489253"/>
                  <a:pt x="2583858" y="3492500"/>
                </a:cubicBezTo>
                <a:cubicBezTo>
                  <a:pt x="2575391" y="3494617"/>
                  <a:pt x="2566630" y="3495786"/>
                  <a:pt x="2558458" y="3498850"/>
                </a:cubicBezTo>
                <a:cubicBezTo>
                  <a:pt x="2549595" y="3502174"/>
                  <a:pt x="2541277" y="3506854"/>
                  <a:pt x="2533058" y="3511550"/>
                </a:cubicBezTo>
                <a:cubicBezTo>
                  <a:pt x="2526432" y="3515336"/>
                  <a:pt x="2521318" y="3522057"/>
                  <a:pt x="2514008" y="3524250"/>
                </a:cubicBezTo>
                <a:cubicBezTo>
                  <a:pt x="2499672" y="3528551"/>
                  <a:pt x="2484375" y="3528483"/>
                  <a:pt x="2469558" y="3530600"/>
                </a:cubicBezTo>
                <a:cubicBezTo>
                  <a:pt x="2463208" y="3534833"/>
                  <a:pt x="2457523" y="3540294"/>
                  <a:pt x="2450508" y="3543300"/>
                </a:cubicBezTo>
                <a:cubicBezTo>
                  <a:pt x="2422024" y="3555507"/>
                  <a:pt x="2430772" y="3543643"/>
                  <a:pt x="2406058" y="3556000"/>
                </a:cubicBezTo>
                <a:cubicBezTo>
                  <a:pt x="2399232" y="3559413"/>
                  <a:pt x="2393834" y="3565287"/>
                  <a:pt x="2387008" y="3568700"/>
                </a:cubicBezTo>
                <a:cubicBezTo>
                  <a:pt x="2376813" y="3573798"/>
                  <a:pt x="2365674" y="3576771"/>
                  <a:pt x="2355258" y="3581400"/>
                </a:cubicBezTo>
                <a:cubicBezTo>
                  <a:pt x="2304582" y="3603923"/>
                  <a:pt x="2350413" y="3591482"/>
                  <a:pt x="2266358" y="3619500"/>
                </a:cubicBezTo>
                <a:cubicBezTo>
                  <a:pt x="2253658" y="3623733"/>
                  <a:pt x="2239397" y="3624774"/>
                  <a:pt x="2228258" y="3632200"/>
                </a:cubicBezTo>
                <a:cubicBezTo>
                  <a:pt x="2221908" y="3636433"/>
                  <a:pt x="2216034" y="3641487"/>
                  <a:pt x="2209208" y="3644900"/>
                </a:cubicBezTo>
                <a:cubicBezTo>
                  <a:pt x="2203221" y="3647893"/>
                  <a:pt x="2196310" y="3648613"/>
                  <a:pt x="2190158" y="3651250"/>
                </a:cubicBezTo>
                <a:cubicBezTo>
                  <a:pt x="2181457" y="3654979"/>
                  <a:pt x="2173033" y="3659353"/>
                  <a:pt x="2164758" y="3663950"/>
                </a:cubicBezTo>
                <a:cubicBezTo>
                  <a:pt x="2119770" y="3688943"/>
                  <a:pt x="2148783" y="3677742"/>
                  <a:pt x="2113958" y="3689350"/>
                </a:cubicBezTo>
                <a:cubicBezTo>
                  <a:pt x="2093979" y="3704334"/>
                  <a:pt x="2086402" y="3712383"/>
                  <a:pt x="2063158" y="3721100"/>
                </a:cubicBezTo>
                <a:cubicBezTo>
                  <a:pt x="2017699" y="3738147"/>
                  <a:pt x="2057360" y="3714435"/>
                  <a:pt x="2012358" y="3740150"/>
                </a:cubicBezTo>
                <a:cubicBezTo>
                  <a:pt x="2005732" y="3743936"/>
                  <a:pt x="2000134" y="3749437"/>
                  <a:pt x="1993308" y="3752850"/>
                </a:cubicBezTo>
                <a:cubicBezTo>
                  <a:pt x="1987321" y="3755843"/>
                  <a:pt x="1980410" y="3756563"/>
                  <a:pt x="1974258" y="3759200"/>
                </a:cubicBezTo>
                <a:cubicBezTo>
                  <a:pt x="1965557" y="3762929"/>
                  <a:pt x="1957559" y="3768171"/>
                  <a:pt x="1948858" y="3771900"/>
                </a:cubicBezTo>
                <a:cubicBezTo>
                  <a:pt x="1911097" y="3788083"/>
                  <a:pt x="1937917" y="3764378"/>
                  <a:pt x="1879008" y="3803650"/>
                </a:cubicBezTo>
                <a:cubicBezTo>
                  <a:pt x="1813110" y="3847582"/>
                  <a:pt x="1915123" y="3780711"/>
                  <a:pt x="1834558" y="3829050"/>
                </a:cubicBezTo>
                <a:cubicBezTo>
                  <a:pt x="1821470" y="3836903"/>
                  <a:pt x="1810938" y="3849623"/>
                  <a:pt x="1796458" y="3854450"/>
                </a:cubicBezTo>
                <a:cubicBezTo>
                  <a:pt x="1790108" y="3856567"/>
                  <a:pt x="1783259" y="3857549"/>
                  <a:pt x="1777408" y="3860800"/>
                </a:cubicBezTo>
                <a:lnTo>
                  <a:pt x="1720258" y="3898900"/>
                </a:lnTo>
                <a:lnTo>
                  <a:pt x="1663108" y="3937000"/>
                </a:lnTo>
                <a:cubicBezTo>
                  <a:pt x="1656758" y="3941233"/>
                  <a:pt x="1649454" y="3944304"/>
                  <a:pt x="1644058" y="3949700"/>
                </a:cubicBezTo>
                <a:cubicBezTo>
                  <a:pt x="1631358" y="3962400"/>
                  <a:pt x="1621359" y="3978559"/>
                  <a:pt x="1605958" y="3987800"/>
                </a:cubicBezTo>
                <a:cubicBezTo>
                  <a:pt x="1594006" y="3994971"/>
                  <a:pt x="1568189" y="4009777"/>
                  <a:pt x="1555158" y="4019550"/>
                </a:cubicBezTo>
                <a:cubicBezTo>
                  <a:pt x="1535851" y="4034030"/>
                  <a:pt x="1515073" y="4046935"/>
                  <a:pt x="1498008" y="4064000"/>
                </a:cubicBezTo>
                <a:cubicBezTo>
                  <a:pt x="1491658" y="4070350"/>
                  <a:pt x="1486266" y="4077830"/>
                  <a:pt x="1478958" y="4083050"/>
                </a:cubicBezTo>
                <a:cubicBezTo>
                  <a:pt x="1461527" y="4095501"/>
                  <a:pt x="1449506" y="4093452"/>
                  <a:pt x="1434508" y="4108450"/>
                </a:cubicBezTo>
                <a:cubicBezTo>
                  <a:pt x="1427024" y="4115934"/>
                  <a:pt x="1423368" y="4126819"/>
                  <a:pt x="1415458" y="4133850"/>
                </a:cubicBezTo>
                <a:cubicBezTo>
                  <a:pt x="1404050" y="4143991"/>
                  <a:pt x="1388151" y="4148457"/>
                  <a:pt x="1377358" y="4159250"/>
                </a:cubicBezTo>
                <a:cubicBezTo>
                  <a:pt x="1371008" y="4165600"/>
                  <a:pt x="1365207" y="4172551"/>
                  <a:pt x="1358308" y="4178300"/>
                </a:cubicBezTo>
                <a:cubicBezTo>
                  <a:pt x="1352445" y="4183186"/>
                  <a:pt x="1344654" y="4185604"/>
                  <a:pt x="1339258" y="4191000"/>
                </a:cubicBezTo>
                <a:cubicBezTo>
                  <a:pt x="1304659" y="4225599"/>
                  <a:pt x="1337542" y="4210622"/>
                  <a:pt x="1301158" y="4222750"/>
                </a:cubicBezTo>
                <a:cubicBezTo>
                  <a:pt x="1296925" y="4229100"/>
                  <a:pt x="1293854" y="4236404"/>
                  <a:pt x="1288458" y="4241800"/>
                </a:cubicBezTo>
                <a:cubicBezTo>
                  <a:pt x="1283062" y="4247196"/>
                  <a:pt x="1274176" y="4248541"/>
                  <a:pt x="1269408" y="4254500"/>
                </a:cubicBezTo>
                <a:cubicBezTo>
                  <a:pt x="1234355" y="4298317"/>
                  <a:pt x="1298603" y="4249854"/>
                  <a:pt x="1244008" y="4286250"/>
                </a:cubicBezTo>
                <a:cubicBezTo>
                  <a:pt x="1212124" y="4238424"/>
                  <a:pt x="1249561" y="4299207"/>
                  <a:pt x="1224958" y="4241800"/>
                </a:cubicBezTo>
                <a:cubicBezTo>
                  <a:pt x="1221952" y="4234785"/>
                  <a:pt x="1215671" y="4229576"/>
                  <a:pt x="1212258" y="4222750"/>
                </a:cubicBezTo>
                <a:cubicBezTo>
                  <a:pt x="1209265" y="4216763"/>
                  <a:pt x="1210017" y="4208984"/>
                  <a:pt x="1205908" y="4203700"/>
                </a:cubicBezTo>
                <a:cubicBezTo>
                  <a:pt x="1194881" y="4189523"/>
                  <a:pt x="1178584" y="4179968"/>
                  <a:pt x="1167808" y="4165600"/>
                </a:cubicBezTo>
                <a:cubicBezTo>
                  <a:pt x="1151412" y="4143738"/>
                  <a:pt x="1133450" y="4117295"/>
                  <a:pt x="1110658" y="4102100"/>
                </a:cubicBezTo>
                <a:lnTo>
                  <a:pt x="1072558" y="4076700"/>
                </a:lnTo>
                <a:cubicBezTo>
                  <a:pt x="1066208" y="4072467"/>
                  <a:pt x="1060334" y="4067413"/>
                  <a:pt x="1053508" y="4064000"/>
                </a:cubicBezTo>
                <a:cubicBezTo>
                  <a:pt x="1045041" y="4059767"/>
                  <a:pt x="1036327" y="4055996"/>
                  <a:pt x="1028108" y="4051300"/>
                </a:cubicBezTo>
                <a:cubicBezTo>
                  <a:pt x="996222" y="4033079"/>
                  <a:pt x="1022036" y="4042348"/>
                  <a:pt x="983658" y="4025900"/>
                </a:cubicBezTo>
                <a:cubicBezTo>
                  <a:pt x="977506" y="4023263"/>
                  <a:pt x="971066" y="4021311"/>
                  <a:pt x="964608" y="4019550"/>
                </a:cubicBezTo>
                <a:cubicBezTo>
                  <a:pt x="947769" y="4014957"/>
                  <a:pt x="929420" y="4014656"/>
                  <a:pt x="913808" y="4006850"/>
                </a:cubicBezTo>
                <a:cubicBezTo>
                  <a:pt x="905341" y="4002617"/>
                  <a:pt x="897540" y="3996641"/>
                  <a:pt x="888408" y="3994150"/>
                </a:cubicBezTo>
                <a:cubicBezTo>
                  <a:pt x="873968" y="3990212"/>
                  <a:pt x="858902" y="3988630"/>
                  <a:pt x="843958" y="3987800"/>
                </a:cubicBezTo>
                <a:cubicBezTo>
                  <a:pt x="782633" y="3984393"/>
                  <a:pt x="721191" y="3983567"/>
                  <a:pt x="659808" y="3981450"/>
                </a:cubicBezTo>
                <a:cubicBezTo>
                  <a:pt x="642875" y="3979333"/>
                  <a:pt x="625798" y="3978153"/>
                  <a:pt x="609008" y="3975100"/>
                </a:cubicBezTo>
                <a:cubicBezTo>
                  <a:pt x="602422" y="3973903"/>
                  <a:pt x="596522" y="3970063"/>
                  <a:pt x="589958" y="3968750"/>
                </a:cubicBezTo>
                <a:cubicBezTo>
                  <a:pt x="575282" y="3965815"/>
                  <a:pt x="560234" y="3965077"/>
                  <a:pt x="545508" y="3962400"/>
                </a:cubicBezTo>
                <a:cubicBezTo>
                  <a:pt x="536922" y="3960839"/>
                  <a:pt x="528666" y="3957762"/>
                  <a:pt x="520108" y="3956050"/>
                </a:cubicBezTo>
                <a:cubicBezTo>
                  <a:pt x="507483" y="3953525"/>
                  <a:pt x="494633" y="3952225"/>
                  <a:pt x="482008" y="3949700"/>
                </a:cubicBezTo>
                <a:cubicBezTo>
                  <a:pt x="473450" y="3947988"/>
                  <a:pt x="465194" y="3944911"/>
                  <a:pt x="456608" y="3943350"/>
                </a:cubicBezTo>
                <a:cubicBezTo>
                  <a:pt x="441882" y="3940673"/>
                  <a:pt x="426884" y="3939677"/>
                  <a:pt x="412158" y="3937000"/>
                </a:cubicBezTo>
                <a:cubicBezTo>
                  <a:pt x="403572" y="3935439"/>
                  <a:pt x="395384" y="3931977"/>
                  <a:pt x="386758" y="3930650"/>
                </a:cubicBezTo>
                <a:cubicBezTo>
                  <a:pt x="367814" y="3927735"/>
                  <a:pt x="348644" y="3926540"/>
                  <a:pt x="329608" y="3924300"/>
                </a:cubicBezTo>
                <a:cubicBezTo>
                  <a:pt x="283105" y="3918829"/>
                  <a:pt x="278907" y="3917964"/>
                  <a:pt x="234358" y="3911600"/>
                </a:cubicBezTo>
                <a:cubicBezTo>
                  <a:pt x="178355" y="3874265"/>
                  <a:pt x="247201" y="3916398"/>
                  <a:pt x="101008" y="3879850"/>
                </a:cubicBezTo>
                <a:lnTo>
                  <a:pt x="24808" y="3860800"/>
                </a:lnTo>
                <a:cubicBezTo>
                  <a:pt x="20575" y="3854450"/>
                  <a:pt x="15521" y="3848576"/>
                  <a:pt x="12108" y="3841750"/>
                </a:cubicBezTo>
                <a:cubicBezTo>
                  <a:pt x="0" y="3817534"/>
                  <a:pt x="4150" y="3792075"/>
                  <a:pt x="12108" y="3765550"/>
                </a:cubicBezTo>
                <a:cubicBezTo>
                  <a:pt x="13468" y="3761017"/>
                  <a:pt x="20575" y="3761317"/>
                  <a:pt x="24808" y="375920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84" y="2071678"/>
            <a:ext cx="4481509" cy="996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자유형 9"/>
          <p:cNvSpPr/>
          <p:nvPr/>
        </p:nvSpPr>
        <p:spPr>
          <a:xfrm>
            <a:off x="1136650" y="2959100"/>
            <a:ext cx="1155700" cy="292100"/>
          </a:xfrm>
          <a:custGeom>
            <a:avLst/>
            <a:gdLst>
              <a:gd name="connsiteX0" fmla="*/ 0 w 1155700"/>
              <a:gd name="connsiteY0" fmla="*/ 273050 h 292100"/>
              <a:gd name="connsiteX1" fmla="*/ 63500 w 1155700"/>
              <a:gd name="connsiteY1" fmla="*/ 285750 h 292100"/>
              <a:gd name="connsiteX2" fmla="*/ 133350 w 1155700"/>
              <a:gd name="connsiteY2" fmla="*/ 292100 h 292100"/>
              <a:gd name="connsiteX3" fmla="*/ 400050 w 1155700"/>
              <a:gd name="connsiteY3" fmla="*/ 285750 h 292100"/>
              <a:gd name="connsiteX4" fmla="*/ 450850 w 1155700"/>
              <a:gd name="connsiteY4" fmla="*/ 260350 h 292100"/>
              <a:gd name="connsiteX5" fmla="*/ 476250 w 1155700"/>
              <a:gd name="connsiteY5" fmla="*/ 254000 h 292100"/>
              <a:gd name="connsiteX6" fmla="*/ 520700 w 1155700"/>
              <a:gd name="connsiteY6" fmla="*/ 222250 h 292100"/>
              <a:gd name="connsiteX7" fmla="*/ 558800 w 1155700"/>
              <a:gd name="connsiteY7" fmla="*/ 184150 h 292100"/>
              <a:gd name="connsiteX8" fmla="*/ 577850 w 1155700"/>
              <a:gd name="connsiteY8" fmla="*/ 171450 h 292100"/>
              <a:gd name="connsiteX9" fmla="*/ 596900 w 1155700"/>
              <a:gd name="connsiteY9" fmla="*/ 152400 h 292100"/>
              <a:gd name="connsiteX10" fmla="*/ 615950 w 1155700"/>
              <a:gd name="connsiteY10" fmla="*/ 127000 h 292100"/>
              <a:gd name="connsiteX11" fmla="*/ 654050 w 1155700"/>
              <a:gd name="connsiteY11" fmla="*/ 101600 h 292100"/>
              <a:gd name="connsiteX12" fmla="*/ 698500 w 1155700"/>
              <a:gd name="connsiteY12" fmla="*/ 63500 h 292100"/>
              <a:gd name="connsiteX13" fmla="*/ 762000 w 1155700"/>
              <a:gd name="connsiteY13" fmla="*/ 25400 h 292100"/>
              <a:gd name="connsiteX14" fmla="*/ 781050 w 1155700"/>
              <a:gd name="connsiteY14" fmla="*/ 12700 h 292100"/>
              <a:gd name="connsiteX15" fmla="*/ 819150 w 1155700"/>
              <a:gd name="connsiteY15" fmla="*/ 0 h 292100"/>
              <a:gd name="connsiteX16" fmla="*/ 1009650 w 1155700"/>
              <a:gd name="connsiteY16" fmla="*/ 6350 h 292100"/>
              <a:gd name="connsiteX17" fmla="*/ 1035050 w 1155700"/>
              <a:gd name="connsiteY17" fmla="*/ 12700 h 292100"/>
              <a:gd name="connsiteX18" fmla="*/ 1155700 w 1155700"/>
              <a:gd name="connsiteY18" fmla="*/ 19050 h 29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55700" h="292100">
                <a:moveTo>
                  <a:pt x="0" y="273050"/>
                </a:moveTo>
                <a:cubicBezTo>
                  <a:pt x="26165" y="279591"/>
                  <a:pt x="34091" y="282290"/>
                  <a:pt x="63500" y="285750"/>
                </a:cubicBezTo>
                <a:cubicBezTo>
                  <a:pt x="86719" y="288482"/>
                  <a:pt x="110067" y="289983"/>
                  <a:pt x="133350" y="292100"/>
                </a:cubicBezTo>
                <a:lnTo>
                  <a:pt x="400050" y="285750"/>
                </a:lnTo>
                <a:cubicBezTo>
                  <a:pt x="418888" y="283866"/>
                  <a:pt x="432483" y="264942"/>
                  <a:pt x="450850" y="260350"/>
                </a:cubicBezTo>
                <a:lnTo>
                  <a:pt x="476250" y="254000"/>
                </a:lnTo>
                <a:cubicBezTo>
                  <a:pt x="549568" y="180682"/>
                  <a:pt x="437120" y="289114"/>
                  <a:pt x="520700" y="222250"/>
                </a:cubicBezTo>
                <a:cubicBezTo>
                  <a:pt x="534725" y="211030"/>
                  <a:pt x="543856" y="194113"/>
                  <a:pt x="558800" y="184150"/>
                </a:cubicBezTo>
                <a:cubicBezTo>
                  <a:pt x="565150" y="179917"/>
                  <a:pt x="571987" y="176336"/>
                  <a:pt x="577850" y="171450"/>
                </a:cubicBezTo>
                <a:cubicBezTo>
                  <a:pt x="584749" y="165701"/>
                  <a:pt x="591056" y="159218"/>
                  <a:pt x="596900" y="152400"/>
                </a:cubicBezTo>
                <a:cubicBezTo>
                  <a:pt x="603788" y="144365"/>
                  <a:pt x="608040" y="134031"/>
                  <a:pt x="615950" y="127000"/>
                </a:cubicBezTo>
                <a:cubicBezTo>
                  <a:pt x="627358" y="116859"/>
                  <a:pt x="643257" y="112393"/>
                  <a:pt x="654050" y="101600"/>
                </a:cubicBezTo>
                <a:cubicBezTo>
                  <a:pt x="675975" y="79675"/>
                  <a:pt x="671346" y="82507"/>
                  <a:pt x="698500" y="63500"/>
                </a:cubicBezTo>
                <a:cubicBezTo>
                  <a:pt x="767540" y="15172"/>
                  <a:pt x="708645" y="55889"/>
                  <a:pt x="762000" y="25400"/>
                </a:cubicBezTo>
                <a:cubicBezTo>
                  <a:pt x="768626" y="21614"/>
                  <a:pt x="774076" y="15800"/>
                  <a:pt x="781050" y="12700"/>
                </a:cubicBezTo>
                <a:cubicBezTo>
                  <a:pt x="793283" y="7263"/>
                  <a:pt x="819150" y="0"/>
                  <a:pt x="819150" y="0"/>
                </a:cubicBezTo>
                <a:cubicBezTo>
                  <a:pt x="882650" y="2117"/>
                  <a:pt x="946224" y="2619"/>
                  <a:pt x="1009650" y="6350"/>
                </a:cubicBezTo>
                <a:cubicBezTo>
                  <a:pt x="1018362" y="6862"/>
                  <a:pt x="1026399" y="11547"/>
                  <a:pt x="1035050" y="12700"/>
                </a:cubicBezTo>
                <a:cubicBezTo>
                  <a:pt x="1094173" y="20583"/>
                  <a:pt x="1101504" y="19050"/>
                  <a:pt x="1155700" y="1905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643042" y="3071810"/>
            <a:ext cx="26709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 smtClean="0"/>
              <a:t>sqlplus</a:t>
            </a:r>
            <a:r>
              <a:rPr lang="ko-KR" altLang="en-US" sz="1400" dirty="0" smtClean="0"/>
              <a:t>로 접속하여 컴파일수행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520</Words>
  <Application>Microsoft Office PowerPoint</Application>
  <PresentationFormat>화면 슬라이드 쇼(4:3)</PresentationFormat>
  <Paragraphs>128</Paragraphs>
  <Slides>12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19</cp:revision>
  <dcterms:created xsi:type="dcterms:W3CDTF">2025-10-19T23:28:51Z</dcterms:created>
  <dcterms:modified xsi:type="dcterms:W3CDTF">2025-10-20T07:08:14Z</dcterms:modified>
</cp:coreProperties>
</file>